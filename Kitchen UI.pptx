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1AFC-D7AD-684C-BBB5-E70AECC11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624D2-5A97-F141-8746-D1066FA71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E4DF-7850-C347-903D-BDD95F53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FA5A-3FDF-6842-A445-AF91D1C7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7431-9062-734E-9735-AE9A992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5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8234-591D-C948-8C4E-DD41ABE4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7548-41B7-994A-9E2B-2FAA5BDC9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F434-6776-4945-8A9E-5EDECE34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247BF-2E56-8146-9019-E70DB839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2134-AC3F-B14E-A544-B99CCC4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A4CC-AB60-5241-8B1C-6CEA6B3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72A08-9E0A-E940-A2E4-9719AE8B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639C-19FF-FC4D-A358-10EF161D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FE2B-403C-404E-840D-8D236FB2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3F3F-9106-CF4D-A867-807A652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65D2-6339-4447-BC58-C74FCF14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CB69-F6C4-EB4D-B39A-B3999BFBD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213D0-09E8-5F47-BDC9-99126E77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6B108-4A75-0C4E-B152-FA1F064D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C84F9-2B31-DB47-8EB7-17CE75EA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2EB4E-1804-B94E-B30E-9C794BA2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4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6D5D-1F3B-144A-8706-86D77766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509C0-2518-B24B-AABB-B23F8D3F9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6CDED-9AD5-D74C-AF07-ED51C2B1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FAAA9-8411-4E4F-92BC-C5D58EF26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22BA9-5008-BE43-A12C-11A625160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BE3D1-CC4A-1C48-BDC9-98EFFE68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BDC94-8F46-3A4D-B007-31C0E4BB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75128-73F1-844F-AAC1-B990EF83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8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4425-9942-A941-A226-B4446DF2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FEC7C-93AE-0D48-B20E-9A00C092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844C6-B816-0548-BD9A-4062B29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6D4E8-A965-6846-800D-E2D09497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3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9740A-EA09-D64B-B1C0-3BC38DF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C006C-D456-EC4D-A3B6-12132021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ED62-2386-4140-ACAE-639D101A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9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F9EF-57B7-1542-A857-EC516FFF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1418-1D04-5242-8BC9-3E7D0D95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B032D-85AB-3941-91EA-C7D0D881E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D73E3-E4D7-CF4C-BDA7-099E54D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65ADE-07A5-F34D-93E1-128630F5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3195E-62F7-6F44-B10F-618BD19D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3D73-A9DB-F04A-8A26-46CA029E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67013-4D01-064E-A63C-72D450B92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CE31C-6BE7-EF44-9237-9A3ECB85B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9EA2A-2794-264E-9DCB-3326EC8D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5ED52-7253-754B-887A-ACEAC70C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1043F-5D20-F34C-93AB-17978A28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E914-470E-1142-A2F4-B97898E9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603DA-EE81-BA48-A41A-32AA7D1B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5FC9-1D77-7D4A-A685-E8BB4E88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A0F0-45D1-5F4F-9243-89C461F4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9C89-5224-1741-BD9E-31EB1184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BB9B8-C2A1-2440-B6C9-5583BD9E9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16BD4-EE88-3B4E-B727-48BE57E5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6955-0F97-FD4A-AE9F-15517DA6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E270-5442-7C4C-B9A1-A5C144BD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63CF-6E45-FA42-815C-55482092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9578E-5A18-254D-A275-B25B75EF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5B077-B743-3348-8F45-655E8E7B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EA11-1199-A54B-8468-0B40472A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B17-C844-CB4C-89A1-E873F5237F5D}" type="datetimeFigureOut">
              <a:rPr lang="en-US" smtClean="0"/>
              <a:t>2/3/20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5512-33EB-BA40-B01B-A7E29E258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E9F3-4525-184A-B3B8-FF3D6FAC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6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345795"/>
            <a:ext cx="11281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WELCOME TO RESTAURANT MANAGEMENT SYSTEM</a:t>
            </a:r>
          </a:p>
          <a:p>
            <a:pPr algn="ctr"/>
            <a:r>
              <a:rPr lang="en-US" sz="4000" dirty="0"/>
              <a:t>KITCHEN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0E488C-7971-D646-B637-8D7228806E65}"/>
              </a:ext>
            </a:extLst>
          </p:cNvPr>
          <p:cNvSpPr/>
          <p:nvPr/>
        </p:nvSpPr>
        <p:spPr>
          <a:xfrm>
            <a:off x="473582" y="2056429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4B323F1-3769-B046-A26B-70D8ACF3FA83}"/>
              </a:ext>
            </a:extLst>
          </p:cNvPr>
          <p:cNvSpPr/>
          <p:nvPr/>
        </p:nvSpPr>
        <p:spPr>
          <a:xfrm>
            <a:off x="10017117" y="2056429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Oliver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0E99F72-33F0-0143-A0C0-6F048AADC399}"/>
              </a:ext>
            </a:extLst>
          </p:cNvPr>
          <p:cNvSpPr/>
          <p:nvPr/>
        </p:nvSpPr>
        <p:spPr>
          <a:xfrm>
            <a:off x="473582" y="2675703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12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DAF0645-2DD8-E040-9FD6-290EDB9DE21B}"/>
              </a:ext>
            </a:extLst>
          </p:cNvPr>
          <p:cNvSpPr/>
          <p:nvPr/>
        </p:nvSpPr>
        <p:spPr>
          <a:xfrm>
            <a:off x="10017117" y="2597236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Jamie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493A2F3-5312-7145-B853-DEEE5266125F}"/>
              </a:ext>
            </a:extLst>
          </p:cNvPr>
          <p:cNvSpPr/>
          <p:nvPr/>
        </p:nvSpPr>
        <p:spPr>
          <a:xfrm>
            <a:off x="473582" y="3253982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DFFEE33-EDBF-2940-AC2A-B48AB143C008}"/>
              </a:ext>
            </a:extLst>
          </p:cNvPr>
          <p:cNvSpPr/>
          <p:nvPr/>
        </p:nvSpPr>
        <p:spPr>
          <a:xfrm>
            <a:off x="10017117" y="3253982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Oliver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9334039-FEB4-CD48-A19F-709CCF7A3719}"/>
              </a:ext>
            </a:extLst>
          </p:cNvPr>
          <p:cNvSpPr/>
          <p:nvPr/>
        </p:nvSpPr>
        <p:spPr>
          <a:xfrm>
            <a:off x="473582" y="3873256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DD9C28C-BEC9-A240-9DE8-2877DD07B520}"/>
              </a:ext>
            </a:extLst>
          </p:cNvPr>
          <p:cNvSpPr/>
          <p:nvPr/>
        </p:nvSpPr>
        <p:spPr>
          <a:xfrm>
            <a:off x="10017117" y="3819503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Jamie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AC9B787-597D-4845-8BEF-DF104FED7B67}"/>
              </a:ext>
            </a:extLst>
          </p:cNvPr>
          <p:cNvSpPr/>
          <p:nvPr/>
        </p:nvSpPr>
        <p:spPr>
          <a:xfrm>
            <a:off x="473582" y="4393504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15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BA5C226-01A8-E54E-8002-3534AA2F686E}"/>
              </a:ext>
            </a:extLst>
          </p:cNvPr>
          <p:cNvSpPr/>
          <p:nvPr/>
        </p:nvSpPr>
        <p:spPr>
          <a:xfrm>
            <a:off x="10017117" y="4393504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Oliver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C7ED49A-F750-984F-BC07-F4E877E2705D}"/>
              </a:ext>
            </a:extLst>
          </p:cNvPr>
          <p:cNvSpPr/>
          <p:nvPr/>
        </p:nvSpPr>
        <p:spPr>
          <a:xfrm>
            <a:off x="473582" y="5012778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13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ADAE97E-C613-9B49-B337-86D138CCD51D}"/>
              </a:ext>
            </a:extLst>
          </p:cNvPr>
          <p:cNvSpPr/>
          <p:nvPr/>
        </p:nvSpPr>
        <p:spPr>
          <a:xfrm>
            <a:off x="10017117" y="4934311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Jamie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4AD453B-0255-9342-BDC2-775E8321967A}"/>
              </a:ext>
            </a:extLst>
          </p:cNvPr>
          <p:cNvSpPr/>
          <p:nvPr/>
        </p:nvSpPr>
        <p:spPr>
          <a:xfrm>
            <a:off x="2207647" y="2056429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32B3CCB-097E-E942-BD6E-4702196BFC61}"/>
              </a:ext>
            </a:extLst>
          </p:cNvPr>
          <p:cNvSpPr/>
          <p:nvPr/>
        </p:nvSpPr>
        <p:spPr>
          <a:xfrm>
            <a:off x="2226182" y="2675703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Orange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C642551-388C-D844-B6DE-291CDFC39718}"/>
              </a:ext>
            </a:extLst>
          </p:cNvPr>
          <p:cNvSpPr/>
          <p:nvPr/>
        </p:nvSpPr>
        <p:spPr>
          <a:xfrm>
            <a:off x="2207647" y="3270263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Kiwi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DAC432E-F181-864E-ACAF-BD46CC577713}"/>
              </a:ext>
            </a:extLst>
          </p:cNvPr>
          <p:cNvSpPr/>
          <p:nvPr/>
        </p:nvSpPr>
        <p:spPr>
          <a:xfrm>
            <a:off x="2207647" y="3853855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Root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CE79F21-E372-DE4B-AA7B-77C5C6001796}"/>
              </a:ext>
            </a:extLst>
          </p:cNvPr>
          <p:cNvSpPr/>
          <p:nvPr/>
        </p:nvSpPr>
        <p:spPr>
          <a:xfrm>
            <a:off x="2207647" y="4393504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Berry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3B0AC79-845F-0D49-8F9F-3DB7851BFA27}"/>
              </a:ext>
            </a:extLst>
          </p:cNvPr>
          <p:cNvSpPr/>
          <p:nvPr/>
        </p:nvSpPr>
        <p:spPr>
          <a:xfrm>
            <a:off x="2207647" y="5012778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Coke</a:t>
            </a:r>
          </a:p>
        </p:txBody>
      </p:sp>
    </p:spTree>
    <p:extLst>
      <p:ext uri="{BB962C8B-B14F-4D97-AF65-F5344CB8AC3E}">
        <p14:creationId xmlns:p14="http://schemas.microsoft.com/office/powerpoint/2010/main" val="251879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345795"/>
            <a:ext cx="112811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WELCOME TO RESTAURANT MANAGEMENT SYSTEM</a:t>
            </a:r>
          </a:p>
          <a:p>
            <a:pPr algn="ctr"/>
            <a:r>
              <a:rPr lang="en-US" sz="4000" dirty="0"/>
              <a:t>KITCHEN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4B323F1-3769-B046-A26B-70D8ACF3FA83}"/>
              </a:ext>
            </a:extLst>
          </p:cNvPr>
          <p:cNvSpPr/>
          <p:nvPr/>
        </p:nvSpPr>
        <p:spPr>
          <a:xfrm>
            <a:off x="452987" y="1901156"/>
            <a:ext cx="1565284" cy="4641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Oliver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EA84B2-4CB4-4D4A-9254-B91DA19310AA}"/>
              </a:ext>
            </a:extLst>
          </p:cNvPr>
          <p:cNvSpPr/>
          <p:nvPr/>
        </p:nvSpPr>
        <p:spPr>
          <a:xfrm>
            <a:off x="2574231" y="1901156"/>
            <a:ext cx="1565284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Table 12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EC1B1D7-6924-724D-A556-7FC03BFD3CEF}"/>
              </a:ext>
            </a:extLst>
          </p:cNvPr>
          <p:cNvSpPr/>
          <p:nvPr/>
        </p:nvSpPr>
        <p:spPr>
          <a:xfrm>
            <a:off x="10300650" y="6193070"/>
            <a:ext cx="1565284" cy="46415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Served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354B9EE-09BE-4A47-A94B-1DE24BEB281E}"/>
              </a:ext>
            </a:extLst>
          </p:cNvPr>
          <p:cNvSpPr/>
          <p:nvPr/>
        </p:nvSpPr>
        <p:spPr>
          <a:xfrm>
            <a:off x="4394793" y="1918686"/>
            <a:ext cx="7603618" cy="4641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Apple</a:t>
            </a:r>
          </a:p>
        </p:txBody>
      </p:sp>
      <p:sp>
        <p:nvSpPr>
          <p:cNvPr id="38" name="Snip and Round Single Corner of Rectangle 37">
            <a:extLst>
              <a:ext uri="{FF2B5EF4-FFF2-40B4-BE49-F238E27FC236}">
                <a16:creationId xmlns:a16="http://schemas.microsoft.com/office/drawing/2014/main" id="{38BCEB67-3B19-564A-A708-B9CBE5EF7977}"/>
              </a:ext>
            </a:extLst>
          </p:cNvPr>
          <p:cNvSpPr/>
          <p:nvPr/>
        </p:nvSpPr>
        <p:spPr>
          <a:xfrm>
            <a:off x="452987" y="2632296"/>
            <a:ext cx="9345921" cy="3914969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Ingredients : apple, orange, kiwi</a:t>
            </a:r>
          </a:p>
          <a:p>
            <a:r>
              <a:rPr lang="en-US" dirty="0"/>
              <a:t>Price: RM 3.00</a:t>
            </a:r>
          </a:p>
          <a:p>
            <a:r>
              <a:rPr lang="en-US" dirty="0"/>
              <a:t>Chef : Oliver</a:t>
            </a:r>
          </a:p>
        </p:txBody>
      </p:sp>
    </p:spTree>
    <p:extLst>
      <p:ext uri="{BB962C8B-B14F-4D97-AF65-F5344CB8AC3E}">
        <p14:creationId xmlns:p14="http://schemas.microsoft.com/office/powerpoint/2010/main" val="134832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55</Words>
  <Application>Microsoft Macintosh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guna3006</dc:creator>
  <cp:lastModifiedBy>guna3006</cp:lastModifiedBy>
  <cp:revision>9</cp:revision>
  <dcterms:created xsi:type="dcterms:W3CDTF">2020-02-02T11:52:21Z</dcterms:created>
  <dcterms:modified xsi:type="dcterms:W3CDTF">2020-02-03T14:54:06Z</dcterms:modified>
</cp:coreProperties>
</file>

<file path=[Content_Types].xml><?xml version="1.0" encoding="utf-8"?>
<Types xmlns="http://schemas.openxmlformats.org/package/2006/content-types"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6"/>
  </p:normalViewPr>
  <p:slideViewPr>
    <p:cSldViewPr snapToGrid="0" snapToObjects="1">
      <p:cViewPr varScale="1">
        <p:scale>
          <a:sx n="90" d="100"/>
          <a:sy n="90" d="100"/>
        </p:scale>
        <p:origin x="23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1AFC-D7AD-684C-BBB5-E70AECC11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624D2-5A97-F141-8746-D1066FA71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DE4DF-7850-C347-903D-BDD95F53D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EFA5A-3FDF-6842-A445-AF91D1C7C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67431-9062-734E-9735-AE9A992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5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68234-591D-C948-8C4E-DD41ABE4C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7548-41B7-994A-9E2B-2FAA5BDC9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0F434-6776-4945-8A9E-5EDECE34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247BF-2E56-8146-9019-E70DB839E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42134-AC3F-B14E-A544-B99CCC46B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36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8A4CC-AB60-5241-8B1C-6CEA6B31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72A08-9E0A-E940-A2E4-9719AE8B6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9639C-19FF-FC4D-A358-10EF161DD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FE2B-403C-404E-840D-8D236FB29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33F3F-9106-CF4D-A867-807A652C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9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65D2-6339-4447-BC58-C74FCF143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2CB69-F6C4-EB4D-B39A-B3999BFBD1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213D0-09E8-5F47-BDC9-99126E77B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6B108-4A75-0C4E-B152-FA1F064D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C84F9-2B31-DB47-8EB7-17CE75EAE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2EB4E-1804-B94E-B30E-9C794BA2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4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6D5D-1F3B-144A-8706-86D77766E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509C0-2518-B24B-AABB-B23F8D3F9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6CDED-9AD5-D74C-AF07-ED51C2B11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FAAA9-8411-4E4F-92BC-C5D58EF26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22BA9-5008-BE43-A12C-11A625160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BE3D1-CC4A-1C48-BDC9-98EFFE68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6BDC94-8F46-3A4D-B007-31C0E4BB8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75128-73F1-844F-AAC1-B990EF836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8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4425-9942-A941-A226-B4446DF24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4FEC7C-93AE-0D48-B20E-9A00C092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844C6-B816-0548-BD9A-4062B29E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6D4E8-A965-6846-800D-E2D09497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93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9740A-EA09-D64B-B1C0-3BC38DFC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4C006C-D456-EC4D-A3B6-12132021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ED62-2386-4140-ACAE-639D101AC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97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F9EF-57B7-1542-A857-EC516FFF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81418-1D04-5242-8BC9-3E7D0D958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B032D-85AB-3941-91EA-C7D0D881E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D73E3-E4D7-CF4C-BDA7-099E54D0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65ADE-07A5-F34D-93E1-128630F5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3195E-62F7-6F44-B10F-618BD19D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5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03D73-A9DB-F04A-8A26-46CA029E4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67013-4D01-064E-A63C-72D450B92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CE31C-6BE7-EF44-9237-9A3ECB85B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9EA2A-2794-264E-9DCB-3326EC8D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5ED52-7253-754B-887A-ACEAC70C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1043F-5D20-F34C-93AB-17978A28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28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E914-470E-1142-A2F4-B97898E9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603DA-EE81-BA48-A41A-32AA7D1BC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C5FC9-1D77-7D4A-A685-E8BB4E88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6A0F0-45D1-5F4F-9243-89C461F4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D9C89-5224-1741-BD9E-31EB1184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3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BB9B8-C2A1-2440-B6C9-5583BD9E9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16BD4-EE88-3B4E-B727-48BE57E5A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56955-0F97-FD4A-AE9F-15517DA65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0E270-5442-7C4C-B9A1-A5C144BD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063CF-6E45-FA42-815C-55482092D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57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9578E-5A18-254D-A275-B25B75EF3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5B077-B743-3348-8F45-655E8E7B7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4EA11-1199-A54B-8468-0B40472A4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D5512-33EB-BA40-B01B-A7E29E258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9E9F3-4525-184A-B3B8-FF3D6FACA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6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E9610F-82F1-A641-B462-13ADF36A55E4}"/>
              </a:ext>
            </a:extLst>
          </p:cNvPr>
          <p:cNvSpPr txBox="1"/>
          <p:nvPr/>
        </p:nvSpPr>
        <p:spPr>
          <a:xfrm>
            <a:off x="2402957" y="2955851"/>
            <a:ext cx="2902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Admin     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31830-4B5F-2243-ACAD-F8ECD5536313}"/>
              </a:ext>
            </a:extLst>
          </p:cNvPr>
          <p:cNvSpPr txBox="1"/>
          <p:nvPr/>
        </p:nvSpPr>
        <p:spPr>
          <a:xfrm>
            <a:off x="2402958" y="3671047"/>
            <a:ext cx="2700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Password 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D4CA37-20A4-884E-9CFD-A3547B5766A9}"/>
              </a:ext>
            </a:extLst>
          </p:cNvPr>
          <p:cNvSpPr/>
          <p:nvPr/>
        </p:nvSpPr>
        <p:spPr>
          <a:xfrm>
            <a:off x="4954772" y="3094074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8122D9-09E4-7746-B549-B07237B60778}"/>
              </a:ext>
            </a:extLst>
          </p:cNvPr>
          <p:cNvSpPr/>
          <p:nvPr/>
        </p:nvSpPr>
        <p:spPr>
          <a:xfrm>
            <a:off x="4954771" y="3740973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441C1A-F55A-9A4E-8A46-7A844810E965}"/>
              </a:ext>
            </a:extLst>
          </p:cNvPr>
          <p:cNvSpPr txBox="1"/>
          <p:nvPr/>
        </p:nvSpPr>
        <p:spPr>
          <a:xfrm>
            <a:off x="584791" y="864782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F8B51A-2630-EA48-8538-5280E48709E2}"/>
              </a:ext>
            </a:extLst>
          </p:cNvPr>
          <p:cNvSpPr txBox="1"/>
          <p:nvPr/>
        </p:nvSpPr>
        <p:spPr>
          <a:xfrm>
            <a:off x="2402957" y="4339034"/>
            <a:ext cx="2700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Branch     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88C05-FF90-604B-8D29-22027618BFC5}"/>
              </a:ext>
            </a:extLst>
          </p:cNvPr>
          <p:cNvSpPr/>
          <p:nvPr/>
        </p:nvSpPr>
        <p:spPr>
          <a:xfrm>
            <a:off x="4954770" y="4408960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A99F2D-374B-5B47-87CF-0122ABF28560}"/>
              </a:ext>
            </a:extLst>
          </p:cNvPr>
          <p:cNvSpPr txBox="1"/>
          <p:nvPr/>
        </p:nvSpPr>
        <p:spPr>
          <a:xfrm>
            <a:off x="2402957" y="5007021"/>
            <a:ext cx="2700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Table No  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49582E-3F28-DA48-9FE3-43BE3295B2EB}"/>
              </a:ext>
            </a:extLst>
          </p:cNvPr>
          <p:cNvSpPr/>
          <p:nvPr/>
        </p:nvSpPr>
        <p:spPr>
          <a:xfrm>
            <a:off x="4954770" y="5076947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9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441C1A-F55A-9A4E-8A46-7A844810E965}"/>
              </a:ext>
            </a:extLst>
          </p:cNvPr>
          <p:cNvSpPr txBox="1"/>
          <p:nvPr/>
        </p:nvSpPr>
        <p:spPr>
          <a:xfrm>
            <a:off x="584791" y="864782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1903233" y="1988286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Starters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091CD70-3035-AC48-A74B-E27D4A325A16}"/>
              </a:ext>
            </a:extLst>
          </p:cNvPr>
          <p:cNvSpPr/>
          <p:nvPr/>
        </p:nvSpPr>
        <p:spPr>
          <a:xfrm>
            <a:off x="1903233" y="4275237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Drinks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1216C0C-220F-8642-BC2F-EF6109091971}"/>
              </a:ext>
            </a:extLst>
          </p:cNvPr>
          <p:cNvSpPr/>
          <p:nvPr/>
        </p:nvSpPr>
        <p:spPr>
          <a:xfrm>
            <a:off x="6459283" y="1988285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Main Course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FAB6DF9-3FFA-D34D-86A6-2DBF0850F02D}"/>
              </a:ext>
            </a:extLst>
          </p:cNvPr>
          <p:cNvSpPr/>
          <p:nvPr/>
        </p:nvSpPr>
        <p:spPr>
          <a:xfrm>
            <a:off x="6459283" y="4275233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Dessert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033500A-7B77-4A49-AB4D-243DBF06C3BF}"/>
              </a:ext>
            </a:extLst>
          </p:cNvPr>
          <p:cNvSpPr/>
          <p:nvPr/>
        </p:nvSpPr>
        <p:spPr>
          <a:xfrm>
            <a:off x="127592" y="195946"/>
            <a:ext cx="130780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A806068-B966-7B4A-8826-ECBBF1E91FE8}"/>
              </a:ext>
            </a:extLst>
          </p:cNvPr>
          <p:cNvSpPr/>
          <p:nvPr/>
        </p:nvSpPr>
        <p:spPr>
          <a:xfrm>
            <a:off x="10317892" y="195946"/>
            <a:ext cx="1548042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Branch 1</a:t>
            </a:r>
          </a:p>
        </p:txBody>
      </p:sp>
    </p:spTree>
    <p:extLst>
      <p:ext uri="{BB962C8B-B14F-4D97-AF65-F5344CB8AC3E}">
        <p14:creationId xmlns:p14="http://schemas.microsoft.com/office/powerpoint/2010/main" val="134066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441C1A-F55A-9A4E-8A46-7A844810E965}"/>
              </a:ext>
            </a:extLst>
          </p:cNvPr>
          <p:cNvSpPr txBox="1"/>
          <p:nvPr/>
        </p:nvSpPr>
        <p:spPr>
          <a:xfrm>
            <a:off x="584791" y="864782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584791" y="1557670"/>
            <a:ext cx="1509823" cy="4731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Starters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535E31-D592-0444-A148-F650D3BC9898}"/>
              </a:ext>
            </a:extLst>
          </p:cNvPr>
          <p:cNvSpPr/>
          <p:nvPr/>
        </p:nvSpPr>
        <p:spPr>
          <a:xfrm>
            <a:off x="318977" y="2262074"/>
            <a:ext cx="2690037" cy="6326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Item 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6E2CF7E-CFE3-5841-AA8B-AA2518EF0047}"/>
              </a:ext>
            </a:extLst>
          </p:cNvPr>
          <p:cNvSpPr/>
          <p:nvPr/>
        </p:nvSpPr>
        <p:spPr>
          <a:xfrm>
            <a:off x="127592" y="195946"/>
            <a:ext cx="130780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10</a:t>
            </a:r>
          </a:p>
        </p:txBody>
      </p:sp>
      <p:sp>
        <p:nvSpPr>
          <p:cNvPr id="5" name="Snip and Round Single Corner of Rectangle 4">
            <a:extLst>
              <a:ext uri="{FF2B5EF4-FFF2-40B4-BE49-F238E27FC236}">
                <a16:creationId xmlns:a16="http://schemas.microsoft.com/office/drawing/2014/main" id="{B8B61E35-82D9-3241-9563-F064FBEA2220}"/>
              </a:ext>
            </a:extLst>
          </p:cNvPr>
          <p:cNvSpPr/>
          <p:nvPr/>
        </p:nvSpPr>
        <p:spPr>
          <a:xfrm>
            <a:off x="3732028" y="1924493"/>
            <a:ext cx="5528930" cy="4455042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Ingredients : apple, orange, kiwi</a:t>
            </a:r>
          </a:p>
          <a:p>
            <a:r>
              <a:rPr lang="en-US" dirty="0"/>
              <a:t>Price: RM 3.00</a:t>
            </a:r>
          </a:p>
          <a:p>
            <a:r>
              <a:rPr lang="en-US" dirty="0"/>
              <a:t>Chef : Oliver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382E3D1C-0CAC-9343-BA98-46588D032AED}"/>
              </a:ext>
            </a:extLst>
          </p:cNvPr>
          <p:cNvSpPr/>
          <p:nvPr/>
        </p:nvSpPr>
        <p:spPr>
          <a:xfrm>
            <a:off x="9898912" y="5273749"/>
            <a:ext cx="1967022" cy="12652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F45745-C676-A549-8C74-CB42339B7FE5}"/>
              </a:ext>
            </a:extLst>
          </p:cNvPr>
          <p:cNvSpPr/>
          <p:nvPr/>
        </p:nvSpPr>
        <p:spPr>
          <a:xfrm>
            <a:off x="10317892" y="195946"/>
            <a:ext cx="1548042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Branch 1</a:t>
            </a:r>
          </a:p>
        </p:txBody>
      </p:sp>
    </p:spTree>
    <p:extLst>
      <p:ext uri="{BB962C8B-B14F-4D97-AF65-F5344CB8AC3E}">
        <p14:creationId xmlns:p14="http://schemas.microsoft.com/office/powerpoint/2010/main" val="3896447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441C1A-F55A-9A4E-8A46-7A844810E965}"/>
              </a:ext>
            </a:extLst>
          </p:cNvPr>
          <p:cNvSpPr txBox="1"/>
          <p:nvPr/>
        </p:nvSpPr>
        <p:spPr>
          <a:xfrm>
            <a:off x="584791" y="864782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584791" y="1557670"/>
            <a:ext cx="1509823" cy="4731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Basket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535E31-D592-0444-A148-F650D3BC9898}"/>
              </a:ext>
            </a:extLst>
          </p:cNvPr>
          <p:cNvSpPr/>
          <p:nvPr/>
        </p:nvSpPr>
        <p:spPr>
          <a:xfrm>
            <a:off x="318977" y="2262074"/>
            <a:ext cx="2690037" cy="6326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Item 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6E2CF7E-CFE3-5841-AA8B-AA2518EF0047}"/>
              </a:ext>
            </a:extLst>
          </p:cNvPr>
          <p:cNvSpPr/>
          <p:nvPr/>
        </p:nvSpPr>
        <p:spPr>
          <a:xfrm>
            <a:off x="127592" y="195946"/>
            <a:ext cx="130780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10</a:t>
            </a:r>
          </a:p>
        </p:txBody>
      </p:sp>
      <p:sp>
        <p:nvSpPr>
          <p:cNvPr id="5" name="Snip and Round Single Corner of Rectangle 4">
            <a:extLst>
              <a:ext uri="{FF2B5EF4-FFF2-40B4-BE49-F238E27FC236}">
                <a16:creationId xmlns:a16="http://schemas.microsoft.com/office/drawing/2014/main" id="{B8B61E35-82D9-3241-9563-F064FBEA2220}"/>
              </a:ext>
            </a:extLst>
          </p:cNvPr>
          <p:cNvSpPr/>
          <p:nvPr/>
        </p:nvSpPr>
        <p:spPr>
          <a:xfrm>
            <a:off x="3732028" y="1924493"/>
            <a:ext cx="5528930" cy="4455042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Ingredients : apple, orange, kiwi</a:t>
            </a:r>
          </a:p>
          <a:p>
            <a:r>
              <a:rPr lang="en-US" dirty="0"/>
              <a:t>Price: RM 3.00</a:t>
            </a:r>
          </a:p>
          <a:p>
            <a:r>
              <a:rPr lang="en-US" dirty="0"/>
              <a:t>Chef : Oliver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382E3D1C-0CAC-9343-BA98-46588D032AED}"/>
              </a:ext>
            </a:extLst>
          </p:cNvPr>
          <p:cNvSpPr/>
          <p:nvPr/>
        </p:nvSpPr>
        <p:spPr>
          <a:xfrm>
            <a:off x="9898912" y="5273749"/>
            <a:ext cx="1967022" cy="12652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 Bill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5A03EA00-88B5-524E-9848-E6CE8E24E10D}"/>
              </a:ext>
            </a:extLst>
          </p:cNvPr>
          <p:cNvSpPr/>
          <p:nvPr/>
        </p:nvSpPr>
        <p:spPr>
          <a:xfrm rot="10800000" flipV="1">
            <a:off x="9611833" y="4152014"/>
            <a:ext cx="1967022" cy="12652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Order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3A50102-9D12-1049-A02F-CA3FBABBA397}"/>
              </a:ext>
            </a:extLst>
          </p:cNvPr>
          <p:cNvSpPr/>
          <p:nvPr/>
        </p:nvSpPr>
        <p:spPr>
          <a:xfrm>
            <a:off x="10317892" y="195946"/>
            <a:ext cx="1548042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Branch 1</a:t>
            </a:r>
          </a:p>
        </p:txBody>
      </p:sp>
    </p:spTree>
    <p:extLst>
      <p:ext uri="{BB962C8B-B14F-4D97-AF65-F5344CB8AC3E}">
        <p14:creationId xmlns:p14="http://schemas.microsoft.com/office/powerpoint/2010/main" val="79953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441C1A-F55A-9A4E-8A46-7A844810E965}"/>
              </a:ext>
            </a:extLst>
          </p:cNvPr>
          <p:cNvSpPr txBox="1"/>
          <p:nvPr/>
        </p:nvSpPr>
        <p:spPr>
          <a:xfrm>
            <a:off x="584791" y="864782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584791" y="1557670"/>
            <a:ext cx="1509823" cy="4731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Basket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535E31-D592-0444-A148-F650D3BC9898}"/>
              </a:ext>
            </a:extLst>
          </p:cNvPr>
          <p:cNvSpPr/>
          <p:nvPr/>
        </p:nvSpPr>
        <p:spPr>
          <a:xfrm>
            <a:off x="318977" y="2262074"/>
            <a:ext cx="2690037" cy="6326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Item 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6E2CF7E-CFE3-5841-AA8B-AA2518EF0047}"/>
              </a:ext>
            </a:extLst>
          </p:cNvPr>
          <p:cNvSpPr/>
          <p:nvPr/>
        </p:nvSpPr>
        <p:spPr>
          <a:xfrm>
            <a:off x="127592" y="195946"/>
            <a:ext cx="130780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10</a:t>
            </a:r>
          </a:p>
        </p:txBody>
      </p:sp>
      <p:sp>
        <p:nvSpPr>
          <p:cNvPr id="5" name="Snip and Round Single Corner of Rectangle 4">
            <a:extLst>
              <a:ext uri="{FF2B5EF4-FFF2-40B4-BE49-F238E27FC236}">
                <a16:creationId xmlns:a16="http://schemas.microsoft.com/office/drawing/2014/main" id="{B8B61E35-82D9-3241-9563-F064FBEA2220}"/>
              </a:ext>
            </a:extLst>
          </p:cNvPr>
          <p:cNvSpPr/>
          <p:nvPr/>
        </p:nvSpPr>
        <p:spPr>
          <a:xfrm>
            <a:off x="3732028" y="1924493"/>
            <a:ext cx="5528930" cy="4455042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Ingredients : apple, orange, kiwi</a:t>
            </a:r>
          </a:p>
          <a:p>
            <a:r>
              <a:rPr lang="en-US" dirty="0"/>
              <a:t>Price: RM 3.00</a:t>
            </a:r>
          </a:p>
          <a:p>
            <a:r>
              <a:rPr lang="en-US" dirty="0"/>
              <a:t>Chef : Oliver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382E3D1C-0CAC-9343-BA98-46588D032AED}"/>
              </a:ext>
            </a:extLst>
          </p:cNvPr>
          <p:cNvSpPr/>
          <p:nvPr/>
        </p:nvSpPr>
        <p:spPr>
          <a:xfrm>
            <a:off x="9898912" y="5273749"/>
            <a:ext cx="1967022" cy="12652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 Bill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5A03EA00-88B5-524E-9848-E6CE8E24E10D}"/>
              </a:ext>
            </a:extLst>
          </p:cNvPr>
          <p:cNvSpPr/>
          <p:nvPr/>
        </p:nvSpPr>
        <p:spPr>
          <a:xfrm rot="10800000" flipV="1">
            <a:off x="9611833" y="4152014"/>
            <a:ext cx="1967022" cy="12652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Order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93E4F53-3C79-9440-9C59-4138E8D238E2}"/>
              </a:ext>
            </a:extLst>
          </p:cNvPr>
          <p:cNvSpPr/>
          <p:nvPr/>
        </p:nvSpPr>
        <p:spPr>
          <a:xfrm>
            <a:off x="10317892" y="195946"/>
            <a:ext cx="1548042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Branch 1</a:t>
            </a:r>
          </a:p>
        </p:txBody>
      </p:sp>
    </p:spTree>
    <p:extLst>
      <p:ext uri="{BB962C8B-B14F-4D97-AF65-F5344CB8AC3E}">
        <p14:creationId xmlns:p14="http://schemas.microsoft.com/office/powerpoint/2010/main" val="352864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441C1A-F55A-9A4E-8A46-7A844810E965}"/>
              </a:ext>
            </a:extLst>
          </p:cNvPr>
          <p:cNvSpPr txBox="1"/>
          <p:nvPr/>
        </p:nvSpPr>
        <p:spPr>
          <a:xfrm>
            <a:off x="584791" y="864782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584791" y="1557670"/>
            <a:ext cx="1509823" cy="4731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Bill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6E2CF7E-CFE3-5841-AA8B-AA2518EF0047}"/>
              </a:ext>
            </a:extLst>
          </p:cNvPr>
          <p:cNvSpPr/>
          <p:nvPr/>
        </p:nvSpPr>
        <p:spPr>
          <a:xfrm>
            <a:off x="127592" y="195946"/>
            <a:ext cx="130780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10</a:t>
            </a:r>
          </a:p>
        </p:txBody>
      </p:sp>
      <p:sp>
        <p:nvSpPr>
          <p:cNvPr id="5" name="Snip and Round Single Corner of Rectangle 4">
            <a:extLst>
              <a:ext uri="{FF2B5EF4-FFF2-40B4-BE49-F238E27FC236}">
                <a16:creationId xmlns:a16="http://schemas.microsoft.com/office/drawing/2014/main" id="{B8B61E35-82D9-3241-9563-F064FBEA2220}"/>
              </a:ext>
            </a:extLst>
          </p:cNvPr>
          <p:cNvSpPr/>
          <p:nvPr/>
        </p:nvSpPr>
        <p:spPr>
          <a:xfrm>
            <a:off x="326066" y="2207012"/>
            <a:ext cx="5528930" cy="4455042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Item 1		RM 3.00</a:t>
            </a:r>
          </a:p>
          <a:p>
            <a:r>
              <a:rPr lang="en-US" dirty="0"/>
              <a:t>Item 2		RM 2.00</a:t>
            </a:r>
          </a:p>
          <a:p>
            <a:endParaRPr lang="en-US" dirty="0"/>
          </a:p>
          <a:p>
            <a:r>
              <a:rPr lang="en-US" dirty="0"/>
              <a:t>Total		RM 5.00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382E3D1C-0CAC-9343-BA98-46588D032AED}"/>
              </a:ext>
            </a:extLst>
          </p:cNvPr>
          <p:cNvSpPr/>
          <p:nvPr/>
        </p:nvSpPr>
        <p:spPr>
          <a:xfrm>
            <a:off x="9898912" y="5273749"/>
            <a:ext cx="1967022" cy="12652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C084EF-C3BE-4B4F-AF7D-9BCCD366BF90}"/>
              </a:ext>
            </a:extLst>
          </p:cNvPr>
          <p:cNvSpPr/>
          <p:nvPr/>
        </p:nvSpPr>
        <p:spPr>
          <a:xfrm>
            <a:off x="10317892" y="195946"/>
            <a:ext cx="1548042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Branch 1</a:t>
            </a:r>
          </a:p>
        </p:txBody>
      </p:sp>
    </p:spTree>
    <p:extLst>
      <p:ext uri="{BB962C8B-B14F-4D97-AF65-F5344CB8AC3E}">
        <p14:creationId xmlns:p14="http://schemas.microsoft.com/office/powerpoint/2010/main" val="3491379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441C1A-F55A-9A4E-8A46-7A844810E965}"/>
              </a:ext>
            </a:extLst>
          </p:cNvPr>
          <p:cNvSpPr txBox="1"/>
          <p:nvPr/>
        </p:nvSpPr>
        <p:spPr>
          <a:xfrm>
            <a:off x="584791" y="864782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1199707" y="2816677"/>
            <a:ext cx="9792586" cy="15683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Kindly be patient your order is send to our chef.</a:t>
            </a:r>
          </a:p>
          <a:p>
            <a:pPr algn="ctr"/>
            <a:r>
              <a:rPr lang="en-US" sz="2400" dirty="0"/>
              <a:t>Your dishes will be served shortly.</a:t>
            </a:r>
          </a:p>
          <a:p>
            <a:pPr algn="ctr"/>
            <a:r>
              <a:rPr lang="en-US" sz="2400" dirty="0"/>
              <a:t>Thank you.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6E2CF7E-CFE3-5841-AA8B-AA2518EF0047}"/>
              </a:ext>
            </a:extLst>
          </p:cNvPr>
          <p:cNvSpPr/>
          <p:nvPr/>
        </p:nvSpPr>
        <p:spPr>
          <a:xfrm>
            <a:off x="127592" y="195946"/>
            <a:ext cx="130780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323F914-1097-2249-A52B-F96D7905D89D}"/>
              </a:ext>
            </a:extLst>
          </p:cNvPr>
          <p:cNvSpPr/>
          <p:nvPr/>
        </p:nvSpPr>
        <p:spPr>
          <a:xfrm>
            <a:off x="4730435" y="6254876"/>
            <a:ext cx="2498267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New Order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AD3ED5D-439F-B648-A68F-23C0B3E1228E}"/>
              </a:ext>
            </a:extLst>
          </p:cNvPr>
          <p:cNvSpPr/>
          <p:nvPr/>
        </p:nvSpPr>
        <p:spPr>
          <a:xfrm>
            <a:off x="10317892" y="195946"/>
            <a:ext cx="1548042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Branch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631E72-9D50-4947-A5F5-D159CA267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833" y="5303406"/>
            <a:ext cx="951470" cy="9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89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175</Words>
  <Application>Microsoft Macintosh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guna3006</dc:creator>
  <cp:lastModifiedBy>guna3006</cp:lastModifiedBy>
  <cp:revision>9</cp:revision>
  <dcterms:created xsi:type="dcterms:W3CDTF">2020-02-02T11:52:21Z</dcterms:created>
  <dcterms:modified xsi:type="dcterms:W3CDTF">2020-02-03T15:15:06Z</dcterms:modified>
</cp:coreProperties>
</file>

<file path=[Content_Types].xml><?xml version="1.0" encoding="utf-8"?>
<Types xmlns="http://schemas.openxmlformats.org/package/2006/content-types"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4" r:id="rId4"/>
    <p:sldId id="258" r:id="rId5"/>
    <p:sldId id="259" r:id="rId6"/>
    <p:sldId id="261" r:id="rId7"/>
    <p:sldId id="262" r:id="rId8"/>
    <p:sldId id="263" r:id="rId9"/>
    <p:sldId id="260" r:id="rId10"/>
    <p:sldId id="265" r:id="rId11"/>
    <p:sldId id="269" r:id="rId12"/>
    <p:sldId id="270" r:id="rId13"/>
    <p:sldId id="271" r:id="rId14"/>
    <p:sldId id="272" r:id="rId15"/>
    <p:sldId id="273" r:id="rId16"/>
    <p:sldId id="274" r:id="rId17"/>
    <p:sldId id="268" r:id="rId18"/>
    <p:sldId id="267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6"/>
  </p:normalViewPr>
  <p:slideViewPr>
    <p:cSldViewPr snapToGrid="0" snapToObjects="1">
      <p:cViewPr varScale="1">
        <p:scale>
          <a:sx n="103" d="100"/>
          <a:sy n="103" d="100"/>
        </p:scale>
        <p:origin x="8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81AFC-D7AD-684C-BBB5-E70AECC111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1624D2-5A97-F141-8746-D1066FA71E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DE4DF-7850-C347-903D-BDD95F53D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19B17-C844-CB4C-89A1-E873F5237F5D}" type="datetimeFigureOut">
              <a:rPr lang="en-US" smtClean="0"/>
              <a:t>2/4/20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EFA5A-3FDF-6842-A445-AF91D1C7C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67431-9062-734E-9735-AE9A99225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97EED-0113-B84C-8F95-BAEB1F84A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253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68234-591D-C948-8C4E-DD41ABE4C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D7548-41B7-994A-9E2B-2FAA5BDC9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0F434-6776-4945-8A9E-5EDECE34B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19B17-C844-CB4C-89A1-E873F5237F5D}" type="datetimeFigureOut">
              <a:rPr lang="en-US" smtClean="0"/>
              <a:t>2/4/20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247BF-2E56-8146-9019-E70DB839E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42134-AC3F-B14E-A544-B99CCC46B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97EED-0113-B84C-8F95-BAEB1F84A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236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8A4CC-AB60-5241-8B1C-6CEA6B313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172A08-9E0A-E940-A2E4-9719AE8B6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9639C-19FF-FC4D-A358-10EF161DD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19B17-C844-CB4C-89A1-E873F5237F5D}" type="datetimeFigureOut">
              <a:rPr lang="en-US" smtClean="0"/>
              <a:t>2/4/20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5FE2B-403C-404E-840D-8D236FB29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33F3F-9106-CF4D-A867-807A652C2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97EED-0113-B84C-8F95-BAEB1F84A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690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565D2-6339-4447-BC58-C74FCF143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2CB69-F6C4-EB4D-B39A-B3999BFBD1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D213D0-09E8-5F47-BDC9-99126E77B0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E6B108-4A75-0C4E-B152-FA1F064D0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19B17-C844-CB4C-89A1-E873F5237F5D}" type="datetimeFigureOut">
              <a:rPr lang="en-US" smtClean="0"/>
              <a:t>2/4/20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1C84F9-2B31-DB47-8EB7-17CE75EAE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52EB4E-1804-B94E-B30E-9C794BA27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97EED-0113-B84C-8F95-BAEB1F84A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248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56D5D-1F3B-144A-8706-86D77766E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4509C0-2518-B24B-AABB-B23F8D3F9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76CDED-9AD5-D74C-AF07-ED51C2B11B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6FAAA9-8411-4E4F-92BC-C5D58EF262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122BA9-5008-BE43-A12C-11A6251606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BBE3D1-CC4A-1C48-BDC9-98EFFE686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19B17-C844-CB4C-89A1-E873F5237F5D}" type="datetimeFigureOut">
              <a:rPr lang="en-US" smtClean="0"/>
              <a:t>2/4/20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6BDC94-8F46-3A4D-B007-31C0E4BB8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C75128-73F1-844F-AAC1-B990EF836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97EED-0113-B84C-8F95-BAEB1F84A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786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E4425-9942-A941-A226-B4446DF24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4FEC7C-93AE-0D48-B20E-9A00C0928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19B17-C844-CB4C-89A1-E873F5237F5D}" type="datetimeFigureOut">
              <a:rPr lang="en-US" smtClean="0"/>
              <a:t>2/4/20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A844C6-B816-0548-BD9A-4062B29EB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86D4E8-A965-6846-800D-E2D094978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97EED-0113-B84C-8F95-BAEB1F84A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093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79740A-EA09-D64B-B1C0-3BC38DFCB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19B17-C844-CB4C-89A1-E873F5237F5D}" type="datetimeFigureOut">
              <a:rPr lang="en-US" smtClean="0"/>
              <a:t>2/4/20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4C006C-D456-EC4D-A3B6-12132021C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2ED62-2386-4140-ACAE-639D101AC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97EED-0113-B84C-8F95-BAEB1F84A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697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8F9EF-57B7-1542-A857-EC516FFF4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81418-1D04-5242-8BC9-3E7D0D958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BB032D-85AB-3941-91EA-C7D0D881E4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1D73E3-E4D7-CF4C-BDA7-099E54D07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19B17-C844-CB4C-89A1-E873F5237F5D}" type="datetimeFigureOut">
              <a:rPr lang="en-US" smtClean="0"/>
              <a:t>2/4/20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F65ADE-07A5-F34D-93E1-128630F58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D3195E-62F7-6F44-B10F-618BD19DB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97EED-0113-B84C-8F95-BAEB1F84A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51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03D73-A9DB-F04A-8A26-46CA029E4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567013-4D01-064E-A63C-72D450B923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7CE31C-6BE7-EF44-9237-9A3ECB85BB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09EA2A-2794-264E-9DCB-3326EC8D3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19B17-C844-CB4C-89A1-E873F5237F5D}" type="datetimeFigureOut">
              <a:rPr lang="en-US" smtClean="0"/>
              <a:t>2/4/20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55ED52-7253-754B-887A-ACEAC70CA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41043F-5D20-F34C-93AB-17978A288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97EED-0113-B84C-8F95-BAEB1F84A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428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5E914-470E-1142-A2F4-B97898E96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C603DA-EE81-BA48-A41A-32AA7D1BCF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9C5FC9-1D77-7D4A-A685-E8BB4E881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19B17-C844-CB4C-89A1-E873F5237F5D}" type="datetimeFigureOut">
              <a:rPr lang="en-US" smtClean="0"/>
              <a:t>2/4/20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6A0F0-45D1-5F4F-9243-89C461F4D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D9C89-5224-1741-BD9E-31EB1184A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97EED-0113-B84C-8F95-BAEB1F84A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630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2BB9B8-C2A1-2440-B6C9-5583BD9E93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116BD4-EE88-3B4E-B727-48BE57E5A7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56955-0F97-FD4A-AE9F-15517DA65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19B17-C844-CB4C-89A1-E873F5237F5D}" type="datetimeFigureOut">
              <a:rPr lang="en-US" smtClean="0"/>
              <a:t>2/4/20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0E270-5442-7C4C-B9A1-A5C144BD3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063CF-6E45-FA42-815C-55482092D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97EED-0113-B84C-8F95-BAEB1F84A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457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29578E-5A18-254D-A275-B25B75EF3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85B077-B743-3348-8F45-655E8E7B7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4EA11-1199-A54B-8468-0B40472A42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719B17-C844-CB4C-89A1-E873F5237F5D}" type="datetimeFigureOut">
              <a:rPr lang="en-US" smtClean="0"/>
              <a:t>2/4/20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D5512-33EB-BA40-B01B-A7E29E2584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9E9F3-4525-184A-B3B8-FF3D6FACA7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797EED-0113-B84C-8F95-BAEB1F84A8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664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9E9610F-82F1-A641-B462-13ADF36A55E4}"/>
              </a:ext>
            </a:extLst>
          </p:cNvPr>
          <p:cNvSpPr txBox="1"/>
          <p:nvPr/>
        </p:nvSpPr>
        <p:spPr>
          <a:xfrm>
            <a:off x="2402957" y="2955851"/>
            <a:ext cx="29026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Admin      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631830-4B5F-2243-ACAD-F8ECD5536313}"/>
              </a:ext>
            </a:extLst>
          </p:cNvPr>
          <p:cNvSpPr txBox="1"/>
          <p:nvPr/>
        </p:nvSpPr>
        <p:spPr>
          <a:xfrm>
            <a:off x="2402958" y="3671047"/>
            <a:ext cx="2700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Password 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D4CA37-20A4-884E-9CFD-A3547B5766A9}"/>
              </a:ext>
            </a:extLst>
          </p:cNvPr>
          <p:cNvSpPr/>
          <p:nvPr/>
        </p:nvSpPr>
        <p:spPr>
          <a:xfrm>
            <a:off x="4954772" y="3094074"/>
            <a:ext cx="3285461" cy="56966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8122D9-09E4-7746-B549-B07237B60778}"/>
              </a:ext>
            </a:extLst>
          </p:cNvPr>
          <p:cNvSpPr/>
          <p:nvPr/>
        </p:nvSpPr>
        <p:spPr>
          <a:xfrm>
            <a:off x="4954771" y="3740973"/>
            <a:ext cx="3285461" cy="56966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441C1A-F55A-9A4E-8A46-7A844810E965}"/>
              </a:ext>
            </a:extLst>
          </p:cNvPr>
          <p:cNvSpPr txBox="1"/>
          <p:nvPr/>
        </p:nvSpPr>
        <p:spPr>
          <a:xfrm>
            <a:off x="584791" y="432296"/>
            <a:ext cx="11281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WELCOME TO RESTAURANT MANAGEMENT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AD6FB1-BE59-6A4E-99E1-898B0CB3A3AA}"/>
              </a:ext>
            </a:extLst>
          </p:cNvPr>
          <p:cNvSpPr txBox="1"/>
          <p:nvPr/>
        </p:nvSpPr>
        <p:spPr>
          <a:xfrm>
            <a:off x="2341172" y="4339034"/>
            <a:ext cx="2700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Branch ID 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199194-A5DA-1545-92D8-5DF68FFB64B9}"/>
              </a:ext>
            </a:extLst>
          </p:cNvPr>
          <p:cNvSpPr/>
          <p:nvPr/>
        </p:nvSpPr>
        <p:spPr>
          <a:xfrm>
            <a:off x="4954770" y="4408960"/>
            <a:ext cx="3285461" cy="56966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79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D77EED2-DE28-9945-B839-9846921718D8}"/>
              </a:ext>
            </a:extLst>
          </p:cNvPr>
          <p:cNvSpPr/>
          <p:nvPr/>
        </p:nvSpPr>
        <p:spPr>
          <a:xfrm>
            <a:off x="1715766" y="3314969"/>
            <a:ext cx="4153693" cy="651749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Add New Item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6885C6-B7B0-204D-AFE1-B9B057D68FE8}"/>
              </a:ext>
            </a:extLst>
          </p:cNvPr>
          <p:cNvSpPr txBox="1"/>
          <p:nvPr/>
        </p:nvSpPr>
        <p:spPr>
          <a:xfrm>
            <a:off x="584791" y="432296"/>
            <a:ext cx="11281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WELCOME TO RESTAURANT MANAGEMENT SYSTEM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B4C96C1-91D5-294A-A5B3-65D4FEE69548}"/>
              </a:ext>
            </a:extLst>
          </p:cNvPr>
          <p:cNvSpPr/>
          <p:nvPr/>
        </p:nvSpPr>
        <p:spPr>
          <a:xfrm>
            <a:off x="6440166" y="3314969"/>
            <a:ext cx="4153693" cy="651749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Generate Bill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E828173-FEB0-E440-A99F-79AF00B52604}"/>
              </a:ext>
            </a:extLst>
          </p:cNvPr>
          <p:cNvSpPr/>
          <p:nvPr/>
        </p:nvSpPr>
        <p:spPr>
          <a:xfrm>
            <a:off x="1715766" y="4332342"/>
            <a:ext cx="4153693" cy="651749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View Item List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D0614E6-E1B4-5049-B0BD-B2E5EA03AF72}"/>
              </a:ext>
            </a:extLst>
          </p:cNvPr>
          <p:cNvSpPr/>
          <p:nvPr/>
        </p:nvSpPr>
        <p:spPr>
          <a:xfrm>
            <a:off x="6440166" y="4332342"/>
            <a:ext cx="4153693" cy="651749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/>
              <a:t>Auditting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34066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0B993FD-11C6-1C48-B9DC-D24A8574AC6A}"/>
              </a:ext>
            </a:extLst>
          </p:cNvPr>
          <p:cNvSpPr/>
          <p:nvPr/>
        </p:nvSpPr>
        <p:spPr>
          <a:xfrm>
            <a:off x="584791" y="2493334"/>
            <a:ext cx="3094074" cy="18713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Starters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091CD70-3035-AC48-A74B-E27D4A325A16}"/>
              </a:ext>
            </a:extLst>
          </p:cNvPr>
          <p:cNvSpPr/>
          <p:nvPr/>
        </p:nvSpPr>
        <p:spPr>
          <a:xfrm>
            <a:off x="584791" y="4633579"/>
            <a:ext cx="3094074" cy="18713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Drinks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1216C0C-220F-8642-BC2F-EF6109091971}"/>
              </a:ext>
            </a:extLst>
          </p:cNvPr>
          <p:cNvSpPr/>
          <p:nvPr/>
        </p:nvSpPr>
        <p:spPr>
          <a:xfrm>
            <a:off x="4112977" y="2493333"/>
            <a:ext cx="3094074" cy="18713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Main Course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FAB6DF9-3FFA-D34D-86A6-2DBF0850F02D}"/>
              </a:ext>
            </a:extLst>
          </p:cNvPr>
          <p:cNvSpPr/>
          <p:nvPr/>
        </p:nvSpPr>
        <p:spPr>
          <a:xfrm>
            <a:off x="4112977" y="4633579"/>
            <a:ext cx="3094074" cy="18713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Dessert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D77EED2-DE28-9945-B839-9846921718D8}"/>
              </a:ext>
            </a:extLst>
          </p:cNvPr>
          <p:cNvSpPr/>
          <p:nvPr/>
        </p:nvSpPr>
        <p:spPr>
          <a:xfrm>
            <a:off x="4112977" y="1510883"/>
            <a:ext cx="3094074" cy="651749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Add New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6885C6-B7B0-204D-AFE1-B9B057D68FE8}"/>
              </a:ext>
            </a:extLst>
          </p:cNvPr>
          <p:cNvSpPr txBox="1"/>
          <p:nvPr/>
        </p:nvSpPr>
        <p:spPr>
          <a:xfrm>
            <a:off x="584791" y="432296"/>
            <a:ext cx="11281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WELCOME TO RESTAURANT MANAGEMENT SYSTEM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60944CB-D9F3-EA48-92FC-F2CA45C4C87D}"/>
              </a:ext>
            </a:extLst>
          </p:cNvPr>
          <p:cNvSpPr/>
          <p:nvPr/>
        </p:nvSpPr>
        <p:spPr>
          <a:xfrm>
            <a:off x="7641163" y="2493333"/>
            <a:ext cx="3094074" cy="18713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Chef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08C6B68-43BB-954B-A6D2-E4CF1981F51F}"/>
              </a:ext>
            </a:extLst>
          </p:cNvPr>
          <p:cNvSpPr/>
          <p:nvPr/>
        </p:nvSpPr>
        <p:spPr>
          <a:xfrm>
            <a:off x="7641163" y="4554373"/>
            <a:ext cx="3094074" cy="18713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Branch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D2105D-AB5C-964D-B27A-A5C438825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9349" y="5906530"/>
            <a:ext cx="951470" cy="951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548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0B993FD-11C6-1C48-B9DC-D24A8574AC6A}"/>
              </a:ext>
            </a:extLst>
          </p:cNvPr>
          <p:cNvSpPr/>
          <p:nvPr/>
        </p:nvSpPr>
        <p:spPr>
          <a:xfrm>
            <a:off x="584791" y="1288756"/>
            <a:ext cx="1985414" cy="70788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Starters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6885C6-B7B0-204D-AFE1-B9B057D68FE8}"/>
              </a:ext>
            </a:extLst>
          </p:cNvPr>
          <p:cNvSpPr txBox="1"/>
          <p:nvPr/>
        </p:nvSpPr>
        <p:spPr>
          <a:xfrm>
            <a:off x="584791" y="432296"/>
            <a:ext cx="11281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WELCOME TO RESTAURANT MANAGEMENT SYSTEM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E0491D3-894B-5143-AD83-1CC59BB7CAAE}"/>
              </a:ext>
            </a:extLst>
          </p:cNvPr>
          <p:cNvSpPr/>
          <p:nvPr/>
        </p:nvSpPr>
        <p:spPr>
          <a:xfrm>
            <a:off x="584791" y="1288756"/>
            <a:ext cx="3094074" cy="70788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Starter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CBBD12-6F3A-6D48-B074-39D9FAEB1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9349" y="5906530"/>
            <a:ext cx="951470" cy="9514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488B48-6D7E-B043-9DCD-E8C3DD025015}"/>
              </a:ext>
            </a:extLst>
          </p:cNvPr>
          <p:cNvSpPr txBox="1"/>
          <p:nvPr/>
        </p:nvSpPr>
        <p:spPr>
          <a:xfrm>
            <a:off x="2427670" y="2399797"/>
            <a:ext cx="29026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Name      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08DD54-1F84-A647-8F66-D364801E1EFD}"/>
              </a:ext>
            </a:extLst>
          </p:cNvPr>
          <p:cNvSpPr txBox="1"/>
          <p:nvPr/>
        </p:nvSpPr>
        <p:spPr>
          <a:xfrm>
            <a:off x="1954522" y="3107683"/>
            <a:ext cx="29026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Ingredients 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C187DC-4C04-8747-A261-F20642361809}"/>
              </a:ext>
            </a:extLst>
          </p:cNvPr>
          <p:cNvSpPr/>
          <p:nvPr/>
        </p:nvSpPr>
        <p:spPr>
          <a:xfrm>
            <a:off x="4979485" y="2538020"/>
            <a:ext cx="3285461" cy="56966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640029-1962-4D47-9DAA-03A4E0A88CD3}"/>
              </a:ext>
            </a:extLst>
          </p:cNvPr>
          <p:cNvSpPr/>
          <p:nvPr/>
        </p:nvSpPr>
        <p:spPr>
          <a:xfrm>
            <a:off x="4979484" y="3184919"/>
            <a:ext cx="3285461" cy="56966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020AA9-FAF3-E943-9E55-3B288FAAFE47}"/>
              </a:ext>
            </a:extLst>
          </p:cNvPr>
          <p:cNvSpPr txBox="1"/>
          <p:nvPr/>
        </p:nvSpPr>
        <p:spPr>
          <a:xfrm>
            <a:off x="3101545" y="3832471"/>
            <a:ext cx="17556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Chef   :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B11D43-2245-C643-9E14-ECCD0FD2BEF5}"/>
              </a:ext>
            </a:extLst>
          </p:cNvPr>
          <p:cNvSpPr/>
          <p:nvPr/>
        </p:nvSpPr>
        <p:spPr>
          <a:xfrm>
            <a:off x="4979484" y="3909707"/>
            <a:ext cx="3285461" cy="56966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1B4A72-444A-4743-AA0F-C9D11E2D59B7}"/>
              </a:ext>
            </a:extLst>
          </p:cNvPr>
          <p:cNvSpPr txBox="1"/>
          <p:nvPr/>
        </p:nvSpPr>
        <p:spPr>
          <a:xfrm>
            <a:off x="3101545" y="4533001"/>
            <a:ext cx="17556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Price  :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3A256A-9324-D84F-B5EF-964A740C8B7E}"/>
              </a:ext>
            </a:extLst>
          </p:cNvPr>
          <p:cNvSpPr/>
          <p:nvPr/>
        </p:nvSpPr>
        <p:spPr>
          <a:xfrm>
            <a:off x="4979484" y="4610237"/>
            <a:ext cx="3285461" cy="56966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9E2EB1-DBAD-FF4B-862E-2ABE2E26261C}"/>
              </a:ext>
            </a:extLst>
          </p:cNvPr>
          <p:cNvSpPr txBox="1"/>
          <p:nvPr/>
        </p:nvSpPr>
        <p:spPr>
          <a:xfrm>
            <a:off x="2681416" y="5230096"/>
            <a:ext cx="21757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Branch  :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FCC2E93-C75F-7944-A5CF-3D6B4B207794}"/>
              </a:ext>
            </a:extLst>
          </p:cNvPr>
          <p:cNvSpPr/>
          <p:nvPr/>
        </p:nvSpPr>
        <p:spPr>
          <a:xfrm>
            <a:off x="4979484" y="5307332"/>
            <a:ext cx="3285461" cy="56966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1D5379C-47D5-694A-835F-4A9872609BCF}"/>
              </a:ext>
            </a:extLst>
          </p:cNvPr>
          <p:cNvSpPr/>
          <p:nvPr/>
        </p:nvSpPr>
        <p:spPr>
          <a:xfrm>
            <a:off x="5408093" y="6004427"/>
            <a:ext cx="1375814" cy="707886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Save</a:t>
            </a:r>
          </a:p>
        </p:txBody>
      </p:sp>
    </p:spTree>
    <p:extLst>
      <p:ext uri="{BB962C8B-B14F-4D97-AF65-F5344CB8AC3E}">
        <p14:creationId xmlns:p14="http://schemas.microsoft.com/office/powerpoint/2010/main" val="4083107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0B993FD-11C6-1C48-B9DC-D24A8574AC6A}"/>
              </a:ext>
            </a:extLst>
          </p:cNvPr>
          <p:cNvSpPr/>
          <p:nvPr/>
        </p:nvSpPr>
        <p:spPr>
          <a:xfrm>
            <a:off x="584791" y="1288756"/>
            <a:ext cx="3094074" cy="70788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Main Course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6885C6-B7B0-204D-AFE1-B9B057D68FE8}"/>
              </a:ext>
            </a:extLst>
          </p:cNvPr>
          <p:cNvSpPr txBox="1"/>
          <p:nvPr/>
        </p:nvSpPr>
        <p:spPr>
          <a:xfrm>
            <a:off x="584791" y="432296"/>
            <a:ext cx="11281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WELCOME TO RESTAURANT MANAGEMENT SYSTEM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69D6FB-BC01-E84D-8A7D-B6832203A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9349" y="5906530"/>
            <a:ext cx="951470" cy="9514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4A9441-9672-2641-9DEF-B83D3D0AB0D6}"/>
              </a:ext>
            </a:extLst>
          </p:cNvPr>
          <p:cNvSpPr txBox="1"/>
          <p:nvPr/>
        </p:nvSpPr>
        <p:spPr>
          <a:xfrm>
            <a:off x="2427670" y="2399797"/>
            <a:ext cx="29026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Name      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A89A96-7E23-9445-966E-8BBA9123266D}"/>
              </a:ext>
            </a:extLst>
          </p:cNvPr>
          <p:cNvSpPr txBox="1"/>
          <p:nvPr/>
        </p:nvSpPr>
        <p:spPr>
          <a:xfrm>
            <a:off x="1954522" y="3107683"/>
            <a:ext cx="29026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Ingredients 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0A03F0-016C-1E43-B90A-DE42F29CFB90}"/>
              </a:ext>
            </a:extLst>
          </p:cNvPr>
          <p:cNvSpPr/>
          <p:nvPr/>
        </p:nvSpPr>
        <p:spPr>
          <a:xfrm>
            <a:off x="4979485" y="2538020"/>
            <a:ext cx="3285461" cy="56966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9248D6-8922-3D48-A8A5-C3BC5716CFB0}"/>
              </a:ext>
            </a:extLst>
          </p:cNvPr>
          <p:cNvSpPr/>
          <p:nvPr/>
        </p:nvSpPr>
        <p:spPr>
          <a:xfrm>
            <a:off x="4979484" y="3184919"/>
            <a:ext cx="3285461" cy="56966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1C21A2-70F4-8446-8119-E0F0F41671D9}"/>
              </a:ext>
            </a:extLst>
          </p:cNvPr>
          <p:cNvSpPr txBox="1"/>
          <p:nvPr/>
        </p:nvSpPr>
        <p:spPr>
          <a:xfrm>
            <a:off x="3101545" y="3832471"/>
            <a:ext cx="17556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Chef   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2BB471-32EB-2C44-89B6-304C99BCA66D}"/>
              </a:ext>
            </a:extLst>
          </p:cNvPr>
          <p:cNvSpPr/>
          <p:nvPr/>
        </p:nvSpPr>
        <p:spPr>
          <a:xfrm>
            <a:off x="4979484" y="3909707"/>
            <a:ext cx="3285461" cy="56966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C1F3C8-7A90-A147-AA41-3050F1748D5B}"/>
              </a:ext>
            </a:extLst>
          </p:cNvPr>
          <p:cNvSpPr txBox="1"/>
          <p:nvPr/>
        </p:nvSpPr>
        <p:spPr>
          <a:xfrm>
            <a:off x="3101545" y="4533001"/>
            <a:ext cx="17556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Price  :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79815A-1450-0F42-94D3-F25D7A17D1B3}"/>
              </a:ext>
            </a:extLst>
          </p:cNvPr>
          <p:cNvSpPr/>
          <p:nvPr/>
        </p:nvSpPr>
        <p:spPr>
          <a:xfrm>
            <a:off x="4979484" y="4610237"/>
            <a:ext cx="3285461" cy="56966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B1462C-379E-2347-B7BB-EAAAC830CD8E}"/>
              </a:ext>
            </a:extLst>
          </p:cNvPr>
          <p:cNvSpPr txBox="1"/>
          <p:nvPr/>
        </p:nvSpPr>
        <p:spPr>
          <a:xfrm>
            <a:off x="2681416" y="5230096"/>
            <a:ext cx="21757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Branch  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0867A5-58FF-9B4E-BE6D-E19C8F45681F}"/>
              </a:ext>
            </a:extLst>
          </p:cNvPr>
          <p:cNvSpPr/>
          <p:nvPr/>
        </p:nvSpPr>
        <p:spPr>
          <a:xfrm>
            <a:off x="4979484" y="5307332"/>
            <a:ext cx="3285461" cy="56966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227F5C7-EFDE-D242-BFF2-C3A411AE96A7}"/>
              </a:ext>
            </a:extLst>
          </p:cNvPr>
          <p:cNvSpPr/>
          <p:nvPr/>
        </p:nvSpPr>
        <p:spPr>
          <a:xfrm>
            <a:off x="5408093" y="6004427"/>
            <a:ext cx="1375814" cy="707886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Save</a:t>
            </a:r>
          </a:p>
        </p:txBody>
      </p:sp>
    </p:spTree>
    <p:extLst>
      <p:ext uri="{BB962C8B-B14F-4D97-AF65-F5344CB8AC3E}">
        <p14:creationId xmlns:p14="http://schemas.microsoft.com/office/powerpoint/2010/main" val="2059115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0B993FD-11C6-1C48-B9DC-D24A8574AC6A}"/>
              </a:ext>
            </a:extLst>
          </p:cNvPr>
          <p:cNvSpPr/>
          <p:nvPr/>
        </p:nvSpPr>
        <p:spPr>
          <a:xfrm>
            <a:off x="584791" y="1288756"/>
            <a:ext cx="3094074" cy="70788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Drinks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6885C6-B7B0-204D-AFE1-B9B057D68FE8}"/>
              </a:ext>
            </a:extLst>
          </p:cNvPr>
          <p:cNvSpPr txBox="1"/>
          <p:nvPr/>
        </p:nvSpPr>
        <p:spPr>
          <a:xfrm>
            <a:off x="584791" y="432296"/>
            <a:ext cx="11281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WELCOME TO RESTAURANT MANAGEMENT SYSTEM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232EEA-9B56-9148-8B2D-E2FC66512B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9349" y="5906530"/>
            <a:ext cx="951470" cy="9514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16693A-7396-8E45-9B16-10C7ACE042DA}"/>
              </a:ext>
            </a:extLst>
          </p:cNvPr>
          <p:cNvSpPr txBox="1"/>
          <p:nvPr/>
        </p:nvSpPr>
        <p:spPr>
          <a:xfrm>
            <a:off x="2427670" y="2399797"/>
            <a:ext cx="29026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Name      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269043-8C32-0243-AB8A-44E3B2A55A3E}"/>
              </a:ext>
            </a:extLst>
          </p:cNvPr>
          <p:cNvSpPr txBox="1"/>
          <p:nvPr/>
        </p:nvSpPr>
        <p:spPr>
          <a:xfrm>
            <a:off x="1954522" y="3107683"/>
            <a:ext cx="29026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Ingredients 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AE6D4C-E73F-B843-BE81-81929F978889}"/>
              </a:ext>
            </a:extLst>
          </p:cNvPr>
          <p:cNvSpPr/>
          <p:nvPr/>
        </p:nvSpPr>
        <p:spPr>
          <a:xfrm>
            <a:off x="4979485" y="2538020"/>
            <a:ext cx="3285461" cy="56966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F94AC1-63DB-6F4B-A7A3-85964E110A7D}"/>
              </a:ext>
            </a:extLst>
          </p:cNvPr>
          <p:cNvSpPr/>
          <p:nvPr/>
        </p:nvSpPr>
        <p:spPr>
          <a:xfrm>
            <a:off x="4979484" y="3184919"/>
            <a:ext cx="3285461" cy="56966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9C383F-2A53-C24A-9C25-0C96282C5715}"/>
              </a:ext>
            </a:extLst>
          </p:cNvPr>
          <p:cNvSpPr txBox="1"/>
          <p:nvPr/>
        </p:nvSpPr>
        <p:spPr>
          <a:xfrm>
            <a:off x="3101545" y="3832471"/>
            <a:ext cx="17556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Chef   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F0474B-9B36-F04B-9953-DE9AB132DAC0}"/>
              </a:ext>
            </a:extLst>
          </p:cNvPr>
          <p:cNvSpPr/>
          <p:nvPr/>
        </p:nvSpPr>
        <p:spPr>
          <a:xfrm>
            <a:off x="4979484" y="3909707"/>
            <a:ext cx="3285461" cy="56966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407640-E132-5144-A8AE-ED6D6FED2B30}"/>
              </a:ext>
            </a:extLst>
          </p:cNvPr>
          <p:cNvSpPr txBox="1"/>
          <p:nvPr/>
        </p:nvSpPr>
        <p:spPr>
          <a:xfrm>
            <a:off x="3101545" y="4533001"/>
            <a:ext cx="17556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Price  :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C4E24E-F879-A945-8009-02872A75C1D4}"/>
              </a:ext>
            </a:extLst>
          </p:cNvPr>
          <p:cNvSpPr/>
          <p:nvPr/>
        </p:nvSpPr>
        <p:spPr>
          <a:xfrm>
            <a:off x="4979484" y="4610237"/>
            <a:ext cx="3285461" cy="56966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DCB598-18CB-AC40-A11C-4F5737EFD5DD}"/>
              </a:ext>
            </a:extLst>
          </p:cNvPr>
          <p:cNvSpPr txBox="1"/>
          <p:nvPr/>
        </p:nvSpPr>
        <p:spPr>
          <a:xfrm>
            <a:off x="2681416" y="5230096"/>
            <a:ext cx="21757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Branch  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A08AB1-7615-E44A-999E-477F4DADC9CB}"/>
              </a:ext>
            </a:extLst>
          </p:cNvPr>
          <p:cNvSpPr/>
          <p:nvPr/>
        </p:nvSpPr>
        <p:spPr>
          <a:xfrm>
            <a:off x="4979484" y="5307332"/>
            <a:ext cx="3285461" cy="56966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7CC9059-5E5A-5F4B-B40D-5AAB010CD562}"/>
              </a:ext>
            </a:extLst>
          </p:cNvPr>
          <p:cNvSpPr/>
          <p:nvPr/>
        </p:nvSpPr>
        <p:spPr>
          <a:xfrm>
            <a:off x="5408093" y="6004427"/>
            <a:ext cx="1375814" cy="707886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Save</a:t>
            </a:r>
          </a:p>
        </p:txBody>
      </p:sp>
    </p:spTree>
    <p:extLst>
      <p:ext uri="{BB962C8B-B14F-4D97-AF65-F5344CB8AC3E}">
        <p14:creationId xmlns:p14="http://schemas.microsoft.com/office/powerpoint/2010/main" val="14513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0B993FD-11C6-1C48-B9DC-D24A8574AC6A}"/>
              </a:ext>
            </a:extLst>
          </p:cNvPr>
          <p:cNvSpPr/>
          <p:nvPr/>
        </p:nvSpPr>
        <p:spPr>
          <a:xfrm>
            <a:off x="584791" y="1288756"/>
            <a:ext cx="3094074" cy="70788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Dessert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6885C6-B7B0-204D-AFE1-B9B057D68FE8}"/>
              </a:ext>
            </a:extLst>
          </p:cNvPr>
          <p:cNvSpPr txBox="1"/>
          <p:nvPr/>
        </p:nvSpPr>
        <p:spPr>
          <a:xfrm>
            <a:off x="584791" y="432296"/>
            <a:ext cx="11281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WELCOME TO RESTAURANT MANAGEMENT SYSTEM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701570-D564-8D49-8A76-6C59C3342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9349" y="5906530"/>
            <a:ext cx="951470" cy="9514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C77679-CF6D-F442-A98F-88756B42B4DD}"/>
              </a:ext>
            </a:extLst>
          </p:cNvPr>
          <p:cNvSpPr txBox="1"/>
          <p:nvPr/>
        </p:nvSpPr>
        <p:spPr>
          <a:xfrm>
            <a:off x="2427670" y="2399797"/>
            <a:ext cx="29026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Name      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B12C8A-890A-5644-99AE-D64307D022E4}"/>
              </a:ext>
            </a:extLst>
          </p:cNvPr>
          <p:cNvSpPr txBox="1"/>
          <p:nvPr/>
        </p:nvSpPr>
        <p:spPr>
          <a:xfrm>
            <a:off x="1954522" y="3107683"/>
            <a:ext cx="29026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Ingredients 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3CDCC5-DE06-2348-8C00-BDA6B27D6CB3}"/>
              </a:ext>
            </a:extLst>
          </p:cNvPr>
          <p:cNvSpPr/>
          <p:nvPr/>
        </p:nvSpPr>
        <p:spPr>
          <a:xfrm>
            <a:off x="4979485" y="2538020"/>
            <a:ext cx="3285461" cy="56966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AE7BDD-86B5-FD49-A455-055E76527836}"/>
              </a:ext>
            </a:extLst>
          </p:cNvPr>
          <p:cNvSpPr/>
          <p:nvPr/>
        </p:nvSpPr>
        <p:spPr>
          <a:xfrm>
            <a:off x="4979484" y="3184919"/>
            <a:ext cx="3285461" cy="56966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FFD2A0-6634-274C-BF0D-7503E656482B}"/>
              </a:ext>
            </a:extLst>
          </p:cNvPr>
          <p:cNvSpPr txBox="1"/>
          <p:nvPr/>
        </p:nvSpPr>
        <p:spPr>
          <a:xfrm>
            <a:off x="3101545" y="3832471"/>
            <a:ext cx="17556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Chef   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EA69FA-59A7-6E41-8DD9-258B2A9F6E31}"/>
              </a:ext>
            </a:extLst>
          </p:cNvPr>
          <p:cNvSpPr/>
          <p:nvPr/>
        </p:nvSpPr>
        <p:spPr>
          <a:xfrm>
            <a:off x="4979484" y="3909707"/>
            <a:ext cx="3285461" cy="56966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ADAF93-D89F-8940-91BC-94D8A442C4C7}"/>
              </a:ext>
            </a:extLst>
          </p:cNvPr>
          <p:cNvSpPr txBox="1"/>
          <p:nvPr/>
        </p:nvSpPr>
        <p:spPr>
          <a:xfrm>
            <a:off x="3101545" y="4533001"/>
            <a:ext cx="17556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Price  :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1A94D8-0EC9-DB4F-AACB-6D31496F6C5B}"/>
              </a:ext>
            </a:extLst>
          </p:cNvPr>
          <p:cNvSpPr/>
          <p:nvPr/>
        </p:nvSpPr>
        <p:spPr>
          <a:xfrm>
            <a:off x="4979484" y="4610237"/>
            <a:ext cx="3285461" cy="56966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D0231B-9542-B645-9C65-1AD32C5BE21E}"/>
              </a:ext>
            </a:extLst>
          </p:cNvPr>
          <p:cNvSpPr txBox="1"/>
          <p:nvPr/>
        </p:nvSpPr>
        <p:spPr>
          <a:xfrm>
            <a:off x="2681416" y="5230096"/>
            <a:ext cx="21757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Branch  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38941CE-A189-2447-A1DB-44DF34947CA6}"/>
              </a:ext>
            </a:extLst>
          </p:cNvPr>
          <p:cNvSpPr/>
          <p:nvPr/>
        </p:nvSpPr>
        <p:spPr>
          <a:xfrm>
            <a:off x="4979484" y="5307332"/>
            <a:ext cx="3285461" cy="56966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480B5CD-3C97-5545-A6D5-E3CEE939486C}"/>
              </a:ext>
            </a:extLst>
          </p:cNvPr>
          <p:cNvSpPr/>
          <p:nvPr/>
        </p:nvSpPr>
        <p:spPr>
          <a:xfrm>
            <a:off x="5408093" y="6004427"/>
            <a:ext cx="1375814" cy="707886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Save</a:t>
            </a:r>
          </a:p>
        </p:txBody>
      </p:sp>
    </p:spTree>
    <p:extLst>
      <p:ext uri="{BB962C8B-B14F-4D97-AF65-F5344CB8AC3E}">
        <p14:creationId xmlns:p14="http://schemas.microsoft.com/office/powerpoint/2010/main" val="952122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0B993FD-11C6-1C48-B9DC-D24A8574AC6A}"/>
              </a:ext>
            </a:extLst>
          </p:cNvPr>
          <p:cNvSpPr/>
          <p:nvPr/>
        </p:nvSpPr>
        <p:spPr>
          <a:xfrm>
            <a:off x="584791" y="1288756"/>
            <a:ext cx="3094074" cy="70788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Branch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6885C6-B7B0-204D-AFE1-B9B057D68FE8}"/>
              </a:ext>
            </a:extLst>
          </p:cNvPr>
          <p:cNvSpPr txBox="1"/>
          <p:nvPr/>
        </p:nvSpPr>
        <p:spPr>
          <a:xfrm>
            <a:off x="584791" y="432296"/>
            <a:ext cx="11281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WELCOME TO RESTAURANT MANAGEMENT SYSTEM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E6C3AF-746A-5F4F-90B1-D4B70F69A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9349" y="5906530"/>
            <a:ext cx="951470" cy="9514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F7315D-BC96-8349-B9B0-0B31C90AE87D}"/>
              </a:ext>
            </a:extLst>
          </p:cNvPr>
          <p:cNvSpPr txBox="1"/>
          <p:nvPr/>
        </p:nvSpPr>
        <p:spPr>
          <a:xfrm>
            <a:off x="1581665" y="2399797"/>
            <a:ext cx="37486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Branch Name 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A448AC-C3E7-C74E-9F17-A1BBD684ACBB}"/>
              </a:ext>
            </a:extLst>
          </p:cNvPr>
          <p:cNvSpPr txBox="1"/>
          <p:nvPr/>
        </p:nvSpPr>
        <p:spPr>
          <a:xfrm>
            <a:off x="1954522" y="3107683"/>
            <a:ext cx="29026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Branch ID    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CC9860-7CC2-1D42-8E2B-3E52A4E49E9A}"/>
              </a:ext>
            </a:extLst>
          </p:cNvPr>
          <p:cNvSpPr/>
          <p:nvPr/>
        </p:nvSpPr>
        <p:spPr>
          <a:xfrm>
            <a:off x="4979485" y="2538020"/>
            <a:ext cx="3285461" cy="56966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534178-7CDE-1246-80A9-3047A0A6B8FC}"/>
              </a:ext>
            </a:extLst>
          </p:cNvPr>
          <p:cNvSpPr/>
          <p:nvPr/>
        </p:nvSpPr>
        <p:spPr>
          <a:xfrm>
            <a:off x="4979484" y="3184919"/>
            <a:ext cx="3285461" cy="56966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E504433-5CA4-0E49-8C51-F826849126AE}"/>
              </a:ext>
            </a:extLst>
          </p:cNvPr>
          <p:cNvSpPr/>
          <p:nvPr/>
        </p:nvSpPr>
        <p:spPr>
          <a:xfrm>
            <a:off x="5408093" y="6004427"/>
            <a:ext cx="1375814" cy="707886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Save</a:t>
            </a:r>
          </a:p>
        </p:txBody>
      </p:sp>
    </p:spTree>
    <p:extLst>
      <p:ext uri="{BB962C8B-B14F-4D97-AF65-F5344CB8AC3E}">
        <p14:creationId xmlns:p14="http://schemas.microsoft.com/office/powerpoint/2010/main" val="3493233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0B993FD-11C6-1C48-B9DC-D24A8574AC6A}"/>
              </a:ext>
            </a:extLst>
          </p:cNvPr>
          <p:cNvSpPr/>
          <p:nvPr/>
        </p:nvSpPr>
        <p:spPr>
          <a:xfrm>
            <a:off x="584791" y="1288756"/>
            <a:ext cx="3094074" cy="70788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Chef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6885C6-B7B0-204D-AFE1-B9B057D68FE8}"/>
              </a:ext>
            </a:extLst>
          </p:cNvPr>
          <p:cNvSpPr txBox="1"/>
          <p:nvPr/>
        </p:nvSpPr>
        <p:spPr>
          <a:xfrm>
            <a:off x="584791" y="432296"/>
            <a:ext cx="11281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WELCOME TO RESTAURANT MANAGEMENT SYSTEM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EF8F89-6DF5-A040-BC8C-13801D92F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9349" y="5906530"/>
            <a:ext cx="951470" cy="9514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1AF9F6-DCEF-5242-B853-1B3323B7D11E}"/>
              </a:ext>
            </a:extLst>
          </p:cNvPr>
          <p:cNvSpPr txBox="1"/>
          <p:nvPr/>
        </p:nvSpPr>
        <p:spPr>
          <a:xfrm>
            <a:off x="1717589" y="2399797"/>
            <a:ext cx="3612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Chef Name   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F62241-B9BA-E34A-BEDC-62A0E4BD25C8}"/>
              </a:ext>
            </a:extLst>
          </p:cNvPr>
          <p:cNvSpPr/>
          <p:nvPr/>
        </p:nvSpPr>
        <p:spPr>
          <a:xfrm>
            <a:off x="4979485" y="2538020"/>
            <a:ext cx="3285461" cy="56966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6F99D0-9DE2-5342-840F-97B002DE2C39}"/>
              </a:ext>
            </a:extLst>
          </p:cNvPr>
          <p:cNvSpPr txBox="1"/>
          <p:nvPr/>
        </p:nvSpPr>
        <p:spPr>
          <a:xfrm>
            <a:off x="2681417" y="3169413"/>
            <a:ext cx="21757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Branch  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9B92DA-4320-FD42-A211-7748149F0278}"/>
              </a:ext>
            </a:extLst>
          </p:cNvPr>
          <p:cNvSpPr/>
          <p:nvPr/>
        </p:nvSpPr>
        <p:spPr>
          <a:xfrm>
            <a:off x="4979485" y="3246649"/>
            <a:ext cx="3285461" cy="56966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68AAACF-995E-B042-BCA8-D795D0B41EBA}"/>
              </a:ext>
            </a:extLst>
          </p:cNvPr>
          <p:cNvSpPr/>
          <p:nvPr/>
        </p:nvSpPr>
        <p:spPr>
          <a:xfrm>
            <a:off x="5408093" y="6004427"/>
            <a:ext cx="1375814" cy="707886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Save</a:t>
            </a:r>
          </a:p>
        </p:txBody>
      </p:sp>
    </p:spTree>
    <p:extLst>
      <p:ext uri="{BB962C8B-B14F-4D97-AF65-F5344CB8AC3E}">
        <p14:creationId xmlns:p14="http://schemas.microsoft.com/office/powerpoint/2010/main" val="3629479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D77EED2-DE28-9945-B839-9846921718D8}"/>
              </a:ext>
            </a:extLst>
          </p:cNvPr>
          <p:cNvSpPr/>
          <p:nvPr/>
        </p:nvSpPr>
        <p:spPr>
          <a:xfrm>
            <a:off x="4112976" y="1510883"/>
            <a:ext cx="3461715" cy="651749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View Item List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6885C6-B7B0-204D-AFE1-B9B057D68FE8}"/>
              </a:ext>
            </a:extLst>
          </p:cNvPr>
          <p:cNvSpPr txBox="1"/>
          <p:nvPr/>
        </p:nvSpPr>
        <p:spPr>
          <a:xfrm>
            <a:off x="584791" y="432296"/>
            <a:ext cx="11281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WELCOME TO RESTAURANT MANAGEMENT SYSTEM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DDDCD48-D914-404E-AD0D-51B3475259B6}"/>
              </a:ext>
            </a:extLst>
          </p:cNvPr>
          <p:cNvSpPr/>
          <p:nvPr/>
        </p:nvSpPr>
        <p:spPr>
          <a:xfrm>
            <a:off x="584791" y="2493334"/>
            <a:ext cx="3094074" cy="18713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Starters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BA41990-41F2-CF43-9CBE-0D9B173BE83D}"/>
              </a:ext>
            </a:extLst>
          </p:cNvPr>
          <p:cNvSpPr/>
          <p:nvPr/>
        </p:nvSpPr>
        <p:spPr>
          <a:xfrm>
            <a:off x="584791" y="4633579"/>
            <a:ext cx="3094074" cy="18713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Drinks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C7A9455-7ECF-3740-9E43-07B73162A7C6}"/>
              </a:ext>
            </a:extLst>
          </p:cNvPr>
          <p:cNvSpPr/>
          <p:nvPr/>
        </p:nvSpPr>
        <p:spPr>
          <a:xfrm>
            <a:off x="4112977" y="2493333"/>
            <a:ext cx="3094074" cy="18713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Main Course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FB34723-5AC5-CC4A-9E45-0C114D51CAFB}"/>
              </a:ext>
            </a:extLst>
          </p:cNvPr>
          <p:cNvSpPr/>
          <p:nvPr/>
        </p:nvSpPr>
        <p:spPr>
          <a:xfrm>
            <a:off x="4112977" y="4633579"/>
            <a:ext cx="3094074" cy="18713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Dessert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BFBC9DF-8039-7D44-9E1F-C098A2D3FFA6}"/>
              </a:ext>
            </a:extLst>
          </p:cNvPr>
          <p:cNvSpPr/>
          <p:nvPr/>
        </p:nvSpPr>
        <p:spPr>
          <a:xfrm>
            <a:off x="7641163" y="2493333"/>
            <a:ext cx="3094074" cy="18713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Chef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4BF34A2-8ADE-474F-B3B1-147AAFD496F7}"/>
              </a:ext>
            </a:extLst>
          </p:cNvPr>
          <p:cNvSpPr/>
          <p:nvPr/>
        </p:nvSpPr>
        <p:spPr>
          <a:xfrm>
            <a:off x="7641163" y="4554373"/>
            <a:ext cx="3094074" cy="18713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Branch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90B5781-68D4-284A-BE1B-E1493E170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9349" y="5906530"/>
            <a:ext cx="951470" cy="951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4301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D77EED2-DE28-9945-B839-9846921718D8}"/>
              </a:ext>
            </a:extLst>
          </p:cNvPr>
          <p:cNvSpPr/>
          <p:nvPr/>
        </p:nvSpPr>
        <p:spPr>
          <a:xfrm>
            <a:off x="4112976" y="1510883"/>
            <a:ext cx="3461715" cy="651749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View Item List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6885C6-B7B0-204D-AFE1-B9B057D68FE8}"/>
              </a:ext>
            </a:extLst>
          </p:cNvPr>
          <p:cNvSpPr txBox="1"/>
          <p:nvPr/>
        </p:nvSpPr>
        <p:spPr>
          <a:xfrm>
            <a:off x="584791" y="432296"/>
            <a:ext cx="11281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WELCOME TO RESTAURANT MANAGEMENT SYSTEM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DDDCD48-D914-404E-AD0D-51B3475259B6}"/>
              </a:ext>
            </a:extLst>
          </p:cNvPr>
          <p:cNvSpPr/>
          <p:nvPr/>
        </p:nvSpPr>
        <p:spPr>
          <a:xfrm>
            <a:off x="584791" y="2493334"/>
            <a:ext cx="1886560" cy="7078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Starters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90B5781-68D4-284A-BE1B-E1493E170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9349" y="5906530"/>
            <a:ext cx="951470" cy="951470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4FDB132-200F-7640-9368-3CE160C777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9850126"/>
              </p:ext>
            </p:extLst>
          </p:nvPr>
        </p:nvGraphicFramePr>
        <p:xfrm>
          <a:off x="1528071" y="3656780"/>
          <a:ext cx="899988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698">
                  <a:extLst>
                    <a:ext uri="{9D8B030D-6E8A-4147-A177-3AD203B41FA5}">
                      <a16:colId xmlns:a16="http://schemas.microsoft.com/office/drawing/2014/main" val="2101595456"/>
                    </a:ext>
                  </a:extLst>
                </a:gridCol>
                <a:gridCol w="1285698">
                  <a:extLst>
                    <a:ext uri="{9D8B030D-6E8A-4147-A177-3AD203B41FA5}">
                      <a16:colId xmlns:a16="http://schemas.microsoft.com/office/drawing/2014/main" val="830178171"/>
                    </a:ext>
                  </a:extLst>
                </a:gridCol>
                <a:gridCol w="1285698">
                  <a:extLst>
                    <a:ext uri="{9D8B030D-6E8A-4147-A177-3AD203B41FA5}">
                      <a16:colId xmlns:a16="http://schemas.microsoft.com/office/drawing/2014/main" val="2978509115"/>
                    </a:ext>
                  </a:extLst>
                </a:gridCol>
                <a:gridCol w="1285698">
                  <a:extLst>
                    <a:ext uri="{9D8B030D-6E8A-4147-A177-3AD203B41FA5}">
                      <a16:colId xmlns:a16="http://schemas.microsoft.com/office/drawing/2014/main" val="1461439987"/>
                    </a:ext>
                  </a:extLst>
                </a:gridCol>
                <a:gridCol w="1285698">
                  <a:extLst>
                    <a:ext uri="{9D8B030D-6E8A-4147-A177-3AD203B41FA5}">
                      <a16:colId xmlns:a16="http://schemas.microsoft.com/office/drawing/2014/main" val="631014848"/>
                    </a:ext>
                  </a:extLst>
                </a:gridCol>
                <a:gridCol w="1285698">
                  <a:extLst>
                    <a:ext uri="{9D8B030D-6E8A-4147-A177-3AD203B41FA5}">
                      <a16:colId xmlns:a16="http://schemas.microsoft.com/office/drawing/2014/main" val="2019031717"/>
                    </a:ext>
                  </a:extLst>
                </a:gridCol>
                <a:gridCol w="1285698">
                  <a:extLst>
                    <a:ext uri="{9D8B030D-6E8A-4147-A177-3AD203B41FA5}">
                      <a16:colId xmlns:a16="http://schemas.microsoft.com/office/drawing/2014/main" val="9986184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Ingredients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8290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Jamie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RM 10.00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Klang</a:t>
                      </a:r>
                      <a:r>
                        <a:rPr lang="en-US" dirty="0"/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9768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Oliver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RM 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Bangsar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7456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Kiwi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Jamie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RM 5.00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Nilai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5659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Oliver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RM 7.00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Sabah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5304068"/>
                  </a:ext>
                </a:extLst>
              </a:tr>
            </a:tbl>
          </a:graphicData>
        </a:graphic>
      </p:graphicFrame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F7A7AB2-563C-7D41-A25A-4F807A897D1D}"/>
              </a:ext>
            </a:extLst>
          </p:cNvPr>
          <p:cNvSpPr/>
          <p:nvPr/>
        </p:nvSpPr>
        <p:spPr>
          <a:xfrm>
            <a:off x="584790" y="2493334"/>
            <a:ext cx="3072809" cy="7078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Starter</a:t>
            </a:r>
          </a:p>
        </p:txBody>
      </p:sp>
    </p:spTree>
    <p:extLst>
      <p:ext uri="{BB962C8B-B14F-4D97-AF65-F5344CB8AC3E}">
        <p14:creationId xmlns:p14="http://schemas.microsoft.com/office/powerpoint/2010/main" val="6808298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D77EED2-DE28-9945-B839-9846921718D8}"/>
              </a:ext>
            </a:extLst>
          </p:cNvPr>
          <p:cNvSpPr/>
          <p:nvPr/>
        </p:nvSpPr>
        <p:spPr>
          <a:xfrm>
            <a:off x="4112976" y="1510883"/>
            <a:ext cx="3461715" cy="651749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View Item List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6885C6-B7B0-204D-AFE1-B9B057D68FE8}"/>
              </a:ext>
            </a:extLst>
          </p:cNvPr>
          <p:cNvSpPr txBox="1"/>
          <p:nvPr/>
        </p:nvSpPr>
        <p:spPr>
          <a:xfrm>
            <a:off x="584791" y="432296"/>
            <a:ext cx="11281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WELCOME TO RESTAURANT MANAGEMENT SYSTEM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DDDCD48-D914-404E-AD0D-51B3475259B6}"/>
              </a:ext>
            </a:extLst>
          </p:cNvPr>
          <p:cNvSpPr/>
          <p:nvPr/>
        </p:nvSpPr>
        <p:spPr>
          <a:xfrm>
            <a:off x="584790" y="2493334"/>
            <a:ext cx="3072809" cy="7078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Main Course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90B5781-68D4-284A-BE1B-E1493E170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9349" y="5906530"/>
            <a:ext cx="951470" cy="951470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4FDB132-200F-7640-9368-3CE160C77725}"/>
              </a:ext>
            </a:extLst>
          </p:cNvPr>
          <p:cNvGraphicFramePr>
            <a:graphicFrameLocks noGrp="1"/>
          </p:cNvGraphicFramePr>
          <p:nvPr/>
        </p:nvGraphicFramePr>
        <p:xfrm>
          <a:off x="1528071" y="3656780"/>
          <a:ext cx="899988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698">
                  <a:extLst>
                    <a:ext uri="{9D8B030D-6E8A-4147-A177-3AD203B41FA5}">
                      <a16:colId xmlns:a16="http://schemas.microsoft.com/office/drawing/2014/main" val="2101595456"/>
                    </a:ext>
                  </a:extLst>
                </a:gridCol>
                <a:gridCol w="1285698">
                  <a:extLst>
                    <a:ext uri="{9D8B030D-6E8A-4147-A177-3AD203B41FA5}">
                      <a16:colId xmlns:a16="http://schemas.microsoft.com/office/drawing/2014/main" val="830178171"/>
                    </a:ext>
                  </a:extLst>
                </a:gridCol>
                <a:gridCol w="1285698">
                  <a:extLst>
                    <a:ext uri="{9D8B030D-6E8A-4147-A177-3AD203B41FA5}">
                      <a16:colId xmlns:a16="http://schemas.microsoft.com/office/drawing/2014/main" val="2978509115"/>
                    </a:ext>
                  </a:extLst>
                </a:gridCol>
                <a:gridCol w="1285698">
                  <a:extLst>
                    <a:ext uri="{9D8B030D-6E8A-4147-A177-3AD203B41FA5}">
                      <a16:colId xmlns:a16="http://schemas.microsoft.com/office/drawing/2014/main" val="1461439987"/>
                    </a:ext>
                  </a:extLst>
                </a:gridCol>
                <a:gridCol w="1285698">
                  <a:extLst>
                    <a:ext uri="{9D8B030D-6E8A-4147-A177-3AD203B41FA5}">
                      <a16:colId xmlns:a16="http://schemas.microsoft.com/office/drawing/2014/main" val="631014848"/>
                    </a:ext>
                  </a:extLst>
                </a:gridCol>
                <a:gridCol w="1285698">
                  <a:extLst>
                    <a:ext uri="{9D8B030D-6E8A-4147-A177-3AD203B41FA5}">
                      <a16:colId xmlns:a16="http://schemas.microsoft.com/office/drawing/2014/main" val="2019031717"/>
                    </a:ext>
                  </a:extLst>
                </a:gridCol>
                <a:gridCol w="1285698">
                  <a:extLst>
                    <a:ext uri="{9D8B030D-6E8A-4147-A177-3AD203B41FA5}">
                      <a16:colId xmlns:a16="http://schemas.microsoft.com/office/drawing/2014/main" val="9986184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Ingredients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8290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Jamie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RM 10.00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Klang</a:t>
                      </a:r>
                      <a:r>
                        <a:rPr lang="en-US" dirty="0"/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9768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Oliver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RM 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Bangsar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7456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Kiwi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Jamie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RM 5.00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Nilai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5659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Oliver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RM 7.00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Sabah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53040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9869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D77EED2-DE28-9945-B839-9846921718D8}"/>
              </a:ext>
            </a:extLst>
          </p:cNvPr>
          <p:cNvSpPr/>
          <p:nvPr/>
        </p:nvSpPr>
        <p:spPr>
          <a:xfrm>
            <a:off x="4112976" y="1510883"/>
            <a:ext cx="3461715" cy="651749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View Item List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6885C6-B7B0-204D-AFE1-B9B057D68FE8}"/>
              </a:ext>
            </a:extLst>
          </p:cNvPr>
          <p:cNvSpPr txBox="1"/>
          <p:nvPr/>
        </p:nvSpPr>
        <p:spPr>
          <a:xfrm>
            <a:off x="584791" y="432296"/>
            <a:ext cx="11281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WELCOME TO RESTAURANT MANAGEMENT SYSTEM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DDDCD48-D914-404E-AD0D-51B3475259B6}"/>
              </a:ext>
            </a:extLst>
          </p:cNvPr>
          <p:cNvSpPr/>
          <p:nvPr/>
        </p:nvSpPr>
        <p:spPr>
          <a:xfrm>
            <a:off x="584790" y="2493334"/>
            <a:ext cx="3072809" cy="7078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Drinks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90B5781-68D4-284A-BE1B-E1493E170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9349" y="5906530"/>
            <a:ext cx="951470" cy="951470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4FDB132-200F-7640-9368-3CE160C77725}"/>
              </a:ext>
            </a:extLst>
          </p:cNvPr>
          <p:cNvGraphicFramePr>
            <a:graphicFrameLocks noGrp="1"/>
          </p:cNvGraphicFramePr>
          <p:nvPr/>
        </p:nvGraphicFramePr>
        <p:xfrm>
          <a:off x="1528071" y="3656780"/>
          <a:ext cx="899988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698">
                  <a:extLst>
                    <a:ext uri="{9D8B030D-6E8A-4147-A177-3AD203B41FA5}">
                      <a16:colId xmlns:a16="http://schemas.microsoft.com/office/drawing/2014/main" val="2101595456"/>
                    </a:ext>
                  </a:extLst>
                </a:gridCol>
                <a:gridCol w="1285698">
                  <a:extLst>
                    <a:ext uri="{9D8B030D-6E8A-4147-A177-3AD203B41FA5}">
                      <a16:colId xmlns:a16="http://schemas.microsoft.com/office/drawing/2014/main" val="830178171"/>
                    </a:ext>
                  </a:extLst>
                </a:gridCol>
                <a:gridCol w="1285698">
                  <a:extLst>
                    <a:ext uri="{9D8B030D-6E8A-4147-A177-3AD203B41FA5}">
                      <a16:colId xmlns:a16="http://schemas.microsoft.com/office/drawing/2014/main" val="2978509115"/>
                    </a:ext>
                  </a:extLst>
                </a:gridCol>
                <a:gridCol w="1285698">
                  <a:extLst>
                    <a:ext uri="{9D8B030D-6E8A-4147-A177-3AD203B41FA5}">
                      <a16:colId xmlns:a16="http://schemas.microsoft.com/office/drawing/2014/main" val="1461439987"/>
                    </a:ext>
                  </a:extLst>
                </a:gridCol>
                <a:gridCol w="1285698">
                  <a:extLst>
                    <a:ext uri="{9D8B030D-6E8A-4147-A177-3AD203B41FA5}">
                      <a16:colId xmlns:a16="http://schemas.microsoft.com/office/drawing/2014/main" val="631014848"/>
                    </a:ext>
                  </a:extLst>
                </a:gridCol>
                <a:gridCol w="1285698">
                  <a:extLst>
                    <a:ext uri="{9D8B030D-6E8A-4147-A177-3AD203B41FA5}">
                      <a16:colId xmlns:a16="http://schemas.microsoft.com/office/drawing/2014/main" val="2019031717"/>
                    </a:ext>
                  </a:extLst>
                </a:gridCol>
                <a:gridCol w="1285698">
                  <a:extLst>
                    <a:ext uri="{9D8B030D-6E8A-4147-A177-3AD203B41FA5}">
                      <a16:colId xmlns:a16="http://schemas.microsoft.com/office/drawing/2014/main" val="9986184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Ingredients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8290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Jamie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RM 10.00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Klang</a:t>
                      </a:r>
                      <a:r>
                        <a:rPr lang="en-US" dirty="0"/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9768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Oliver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RM 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Bangsar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7456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Kiwi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Jamie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RM 5.00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Nilai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5659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Oliver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RM 7.00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Sabah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53040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67407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D77EED2-DE28-9945-B839-9846921718D8}"/>
              </a:ext>
            </a:extLst>
          </p:cNvPr>
          <p:cNvSpPr/>
          <p:nvPr/>
        </p:nvSpPr>
        <p:spPr>
          <a:xfrm>
            <a:off x="4112976" y="1510883"/>
            <a:ext cx="3461715" cy="651749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View Item List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6885C6-B7B0-204D-AFE1-B9B057D68FE8}"/>
              </a:ext>
            </a:extLst>
          </p:cNvPr>
          <p:cNvSpPr txBox="1"/>
          <p:nvPr/>
        </p:nvSpPr>
        <p:spPr>
          <a:xfrm>
            <a:off x="584791" y="432296"/>
            <a:ext cx="11281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WELCOME TO RESTAURANT MANAGEMENT SYSTEM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DDDCD48-D914-404E-AD0D-51B3475259B6}"/>
              </a:ext>
            </a:extLst>
          </p:cNvPr>
          <p:cNvSpPr/>
          <p:nvPr/>
        </p:nvSpPr>
        <p:spPr>
          <a:xfrm>
            <a:off x="584790" y="2493334"/>
            <a:ext cx="3072809" cy="7078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Dessert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90B5781-68D4-284A-BE1B-E1493E170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9349" y="5906530"/>
            <a:ext cx="951470" cy="951470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4FDB132-200F-7640-9368-3CE160C77725}"/>
              </a:ext>
            </a:extLst>
          </p:cNvPr>
          <p:cNvGraphicFramePr>
            <a:graphicFrameLocks noGrp="1"/>
          </p:cNvGraphicFramePr>
          <p:nvPr/>
        </p:nvGraphicFramePr>
        <p:xfrm>
          <a:off x="1528071" y="3656780"/>
          <a:ext cx="899988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698">
                  <a:extLst>
                    <a:ext uri="{9D8B030D-6E8A-4147-A177-3AD203B41FA5}">
                      <a16:colId xmlns:a16="http://schemas.microsoft.com/office/drawing/2014/main" val="2101595456"/>
                    </a:ext>
                  </a:extLst>
                </a:gridCol>
                <a:gridCol w="1285698">
                  <a:extLst>
                    <a:ext uri="{9D8B030D-6E8A-4147-A177-3AD203B41FA5}">
                      <a16:colId xmlns:a16="http://schemas.microsoft.com/office/drawing/2014/main" val="830178171"/>
                    </a:ext>
                  </a:extLst>
                </a:gridCol>
                <a:gridCol w="1285698">
                  <a:extLst>
                    <a:ext uri="{9D8B030D-6E8A-4147-A177-3AD203B41FA5}">
                      <a16:colId xmlns:a16="http://schemas.microsoft.com/office/drawing/2014/main" val="2978509115"/>
                    </a:ext>
                  </a:extLst>
                </a:gridCol>
                <a:gridCol w="1285698">
                  <a:extLst>
                    <a:ext uri="{9D8B030D-6E8A-4147-A177-3AD203B41FA5}">
                      <a16:colId xmlns:a16="http://schemas.microsoft.com/office/drawing/2014/main" val="1461439987"/>
                    </a:ext>
                  </a:extLst>
                </a:gridCol>
                <a:gridCol w="1285698">
                  <a:extLst>
                    <a:ext uri="{9D8B030D-6E8A-4147-A177-3AD203B41FA5}">
                      <a16:colId xmlns:a16="http://schemas.microsoft.com/office/drawing/2014/main" val="631014848"/>
                    </a:ext>
                  </a:extLst>
                </a:gridCol>
                <a:gridCol w="1285698">
                  <a:extLst>
                    <a:ext uri="{9D8B030D-6E8A-4147-A177-3AD203B41FA5}">
                      <a16:colId xmlns:a16="http://schemas.microsoft.com/office/drawing/2014/main" val="2019031717"/>
                    </a:ext>
                  </a:extLst>
                </a:gridCol>
                <a:gridCol w="1285698">
                  <a:extLst>
                    <a:ext uri="{9D8B030D-6E8A-4147-A177-3AD203B41FA5}">
                      <a16:colId xmlns:a16="http://schemas.microsoft.com/office/drawing/2014/main" val="9986184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Ingredients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8290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Jamie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RM 10.00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Klang</a:t>
                      </a:r>
                      <a:r>
                        <a:rPr lang="en-US" dirty="0"/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9768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Oliver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RM 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Bangsar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7456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Kiwi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Jamie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RM 5.00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Nilai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5659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Oliver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RM 7.00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Sabah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53040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98151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D77EED2-DE28-9945-B839-9846921718D8}"/>
              </a:ext>
            </a:extLst>
          </p:cNvPr>
          <p:cNvSpPr/>
          <p:nvPr/>
        </p:nvSpPr>
        <p:spPr>
          <a:xfrm>
            <a:off x="4112976" y="1510883"/>
            <a:ext cx="3461715" cy="651749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View Item List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6885C6-B7B0-204D-AFE1-B9B057D68FE8}"/>
              </a:ext>
            </a:extLst>
          </p:cNvPr>
          <p:cNvSpPr txBox="1"/>
          <p:nvPr/>
        </p:nvSpPr>
        <p:spPr>
          <a:xfrm>
            <a:off x="584791" y="432296"/>
            <a:ext cx="11281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WELCOME TO RESTAURANT MANAGEMENT SYSTEM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DDDCD48-D914-404E-AD0D-51B3475259B6}"/>
              </a:ext>
            </a:extLst>
          </p:cNvPr>
          <p:cNvSpPr/>
          <p:nvPr/>
        </p:nvSpPr>
        <p:spPr>
          <a:xfrm>
            <a:off x="584790" y="2493334"/>
            <a:ext cx="3072809" cy="7078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Branch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90B5781-68D4-284A-BE1B-E1493E170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9349" y="5906530"/>
            <a:ext cx="951470" cy="951470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DA1E0A3-BC91-D540-B11A-A669B876BC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3373637"/>
              </p:ext>
            </p:extLst>
          </p:nvPr>
        </p:nvGraphicFramePr>
        <p:xfrm>
          <a:off x="3524604" y="3693030"/>
          <a:ext cx="5142792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698">
                  <a:extLst>
                    <a:ext uri="{9D8B030D-6E8A-4147-A177-3AD203B41FA5}">
                      <a16:colId xmlns:a16="http://schemas.microsoft.com/office/drawing/2014/main" val="2101595456"/>
                    </a:ext>
                  </a:extLst>
                </a:gridCol>
                <a:gridCol w="1285698">
                  <a:extLst>
                    <a:ext uri="{9D8B030D-6E8A-4147-A177-3AD203B41FA5}">
                      <a16:colId xmlns:a16="http://schemas.microsoft.com/office/drawing/2014/main" val="830178171"/>
                    </a:ext>
                  </a:extLst>
                </a:gridCol>
                <a:gridCol w="1285698">
                  <a:extLst>
                    <a:ext uri="{9D8B030D-6E8A-4147-A177-3AD203B41FA5}">
                      <a16:colId xmlns:a16="http://schemas.microsoft.com/office/drawing/2014/main" val="2019031717"/>
                    </a:ext>
                  </a:extLst>
                </a:gridCol>
                <a:gridCol w="1285698">
                  <a:extLst>
                    <a:ext uri="{9D8B030D-6E8A-4147-A177-3AD203B41FA5}">
                      <a16:colId xmlns:a16="http://schemas.microsoft.com/office/drawing/2014/main" val="9986184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Branch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Branch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8290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Nilai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9768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Klang</a:t>
                      </a:r>
                      <a:r>
                        <a:rPr lang="en-US" dirty="0"/>
                        <a:t>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7456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Sabah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5659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Bangar</a:t>
                      </a:r>
                      <a:r>
                        <a:rPr lang="en-US" dirty="0"/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53040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38049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D77EED2-DE28-9945-B839-9846921718D8}"/>
              </a:ext>
            </a:extLst>
          </p:cNvPr>
          <p:cNvSpPr/>
          <p:nvPr/>
        </p:nvSpPr>
        <p:spPr>
          <a:xfrm>
            <a:off x="4112976" y="1510883"/>
            <a:ext cx="3461715" cy="651749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View Item List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6885C6-B7B0-204D-AFE1-B9B057D68FE8}"/>
              </a:ext>
            </a:extLst>
          </p:cNvPr>
          <p:cNvSpPr txBox="1"/>
          <p:nvPr/>
        </p:nvSpPr>
        <p:spPr>
          <a:xfrm>
            <a:off x="584791" y="432296"/>
            <a:ext cx="11281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WELCOME TO RESTAURANT MANAGEMENT SYSTEM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DDDCD48-D914-404E-AD0D-51B3475259B6}"/>
              </a:ext>
            </a:extLst>
          </p:cNvPr>
          <p:cNvSpPr/>
          <p:nvPr/>
        </p:nvSpPr>
        <p:spPr>
          <a:xfrm>
            <a:off x="584790" y="2493334"/>
            <a:ext cx="3072809" cy="7078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Chef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90B5781-68D4-284A-BE1B-E1493E170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9349" y="5906530"/>
            <a:ext cx="951470" cy="951470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4FDB132-200F-7640-9368-3CE160C777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421262"/>
              </p:ext>
            </p:extLst>
          </p:nvPr>
        </p:nvGraphicFramePr>
        <p:xfrm>
          <a:off x="3524604" y="3693030"/>
          <a:ext cx="514279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698">
                  <a:extLst>
                    <a:ext uri="{9D8B030D-6E8A-4147-A177-3AD203B41FA5}">
                      <a16:colId xmlns:a16="http://schemas.microsoft.com/office/drawing/2014/main" val="2101595456"/>
                    </a:ext>
                  </a:extLst>
                </a:gridCol>
                <a:gridCol w="1285698">
                  <a:extLst>
                    <a:ext uri="{9D8B030D-6E8A-4147-A177-3AD203B41FA5}">
                      <a16:colId xmlns:a16="http://schemas.microsoft.com/office/drawing/2014/main" val="830178171"/>
                    </a:ext>
                  </a:extLst>
                </a:gridCol>
                <a:gridCol w="1285698">
                  <a:extLst>
                    <a:ext uri="{9D8B030D-6E8A-4147-A177-3AD203B41FA5}">
                      <a16:colId xmlns:a16="http://schemas.microsoft.com/office/drawing/2014/main" val="2019031717"/>
                    </a:ext>
                  </a:extLst>
                </a:gridCol>
                <a:gridCol w="1285698">
                  <a:extLst>
                    <a:ext uri="{9D8B030D-6E8A-4147-A177-3AD203B41FA5}">
                      <a16:colId xmlns:a16="http://schemas.microsoft.com/office/drawing/2014/main" val="9986184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Chef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8290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Oliver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Klang</a:t>
                      </a:r>
                      <a:r>
                        <a:rPr lang="en-US" dirty="0"/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9768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Jamie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Bangsar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7456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Oliver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Nilai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5659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Jamie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Sabah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53040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003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D77EED2-DE28-9945-B839-9846921718D8}"/>
              </a:ext>
            </a:extLst>
          </p:cNvPr>
          <p:cNvSpPr/>
          <p:nvPr/>
        </p:nvSpPr>
        <p:spPr>
          <a:xfrm>
            <a:off x="4112977" y="1510883"/>
            <a:ext cx="3094074" cy="651749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Generate Bill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6885C6-B7B0-204D-AFE1-B9B057D68FE8}"/>
              </a:ext>
            </a:extLst>
          </p:cNvPr>
          <p:cNvSpPr txBox="1"/>
          <p:nvPr/>
        </p:nvSpPr>
        <p:spPr>
          <a:xfrm>
            <a:off x="584791" y="432296"/>
            <a:ext cx="11281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WELCOME TO RESTAURANT MANAGEMENT SYSTEM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0177F9-B5F1-F242-BAA1-9B15583BFF15}"/>
              </a:ext>
            </a:extLst>
          </p:cNvPr>
          <p:cNvSpPr txBox="1"/>
          <p:nvPr/>
        </p:nvSpPr>
        <p:spPr>
          <a:xfrm>
            <a:off x="2390600" y="2721114"/>
            <a:ext cx="2700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Table No  :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6E45EF6-1E0A-DD48-B1CC-092A4CA023BC}"/>
              </a:ext>
            </a:extLst>
          </p:cNvPr>
          <p:cNvSpPr/>
          <p:nvPr/>
        </p:nvSpPr>
        <p:spPr>
          <a:xfrm>
            <a:off x="4942413" y="2791040"/>
            <a:ext cx="3285461" cy="56966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6CF5A4-80D1-424C-B3AA-22BCABC98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9349" y="5906530"/>
            <a:ext cx="951470" cy="951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0035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D77EED2-DE28-9945-B839-9846921718D8}"/>
              </a:ext>
            </a:extLst>
          </p:cNvPr>
          <p:cNvSpPr/>
          <p:nvPr/>
        </p:nvSpPr>
        <p:spPr>
          <a:xfrm>
            <a:off x="4112977" y="1510883"/>
            <a:ext cx="3094074" cy="651749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Generate Bill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6885C6-B7B0-204D-AFE1-B9B057D68FE8}"/>
              </a:ext>
            </a:extLst>
          </p:cNvPr>
          <p:cNvSpPr txBox="1"/>
          <p:nvPr/>
        </p:nvSpPr>
        <p:spPr>
          <a:xfrm>
            <a:off x="584791" y="432296"/>
            <a:ext cx="11281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WELCOME TO RESTAURANT MANAGEMENT SYSTEM</a:t>
            </a:r>
          </a:p>
        </p:txBody>
      </p:sp>
      <p:sp>
        <p:nvSpPr>
          <p:cNvPr id="7" name="Snip and Round Single Corner of Rectangle 6">
            <a:extLst>
              <a:ext uri="{FF2B5EF4-FFF2-40B4-BE49-F238E27FC236}">
                <a16:creationId xmlns:a16="http://schemas.microsoft.com/office/drawing/2014/main" id="{2C0B25B0-F691-8349-9BDA-F75FA09BBAC9}"/>
              </a:ext>
            </a:extLst>
          </p:cNvPr>
          <p:cNvSpPr/>
          <p:nvPr/>
        </p:nvSpPr>
        <p:spPr>
          <a:xfrm>
            <a:off x="326066" y="2533332"/>
            <a:ext cx="5345685" cy="4128721"/>
          </a:xfrm>
          <a:prstGeom prst="snip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Item 1		RM 3.00</a:t>
            </a:r>
          </a:p>
          <a:p>
            <a:r>
              <a:rPr lang="en-US" dirty="0"/>
              <a:t>Item 2		RM 2.00</a:t>
            </a:r>
          </a:p>
          <a:p>
            <a:endParaRPr lang="en-US" dirty="0"/>
          </a:p>
          <a:p>
            <a:r>
              <a:rPr lang="en-US" dirty="0"/>
              <a:t>Total		RM 5.00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717901C4-6B6E-0749-AF72-343040089618}"/>
              </a:ext>
            </a:extLst>
          </p:cNvPr>
          <p:cNvSpPr/>
          <p:nvPr/>
        </p:nvSpPr>
        <p:spPr>
          <a:xfrm>
            <a:off x="9898912" y="4759399"/>
            <a:ext cx="1967022" cy="12652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6C561E-31B9-F848-A29D-DC6F0578F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9349" y="5906530"/>
            <a:ext cx="951470" cy="951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7614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D77EED2-DE28-9945-B839-9846921718D8}"/>
              </a:ext>
            </a:extLst>
          </p:cNvPr>
          <p:cNvSpPr/>
          <p:nvPr/>
        </p:nvSpPr>
        <p:spPr>
          <a:xfrm>
            <a:off x="4112977" y="1510883"/>
            <a:ext cx="3094074" cy="651749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Auditing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6885C6-B7B0-204D-AFE1-B9B057D68FE8}"/>
              </a:ext>
            </a:extLst>
          </p:cNvPr>
          <p:cNvSpPr txBox="1"/>
          <p:nvPr/>
        </p:nvSpPr>
        <p:spPr>
          <a:xfrm>
            <a:off x="584791" y="432296"/>
            <a:ext cx="11281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WELCOME TO RESTAURANT MANAGEMENT SYSTEM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717901C4-6B6E-0749-AF72-343040089618}"/>
              </a:ext>
            </a:extLst>
          </p:cNvPr>
          <p:cNvSpPr/>
          <p:nvPr/>
        </p:nvSpPr>
        <p:spPr>
          <a:xfrm>
            <a:off x="9898912" y="4759399"/>
            <a:ext cx="1967022" cy="12652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6C561E-31B9-F848-A29D-DC6F0578F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9349" y="5906530"/>
            <a:ext cx="951470" cy="9514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288B53-5DA6-9D4E-9B63-AE8367747EED}"/>
              </a:ext>
            </a:extLst>
          </p:cNvPr>
          <p:cNvSpPr txBox="1"/>
          <p:nvPr/>
        </p:nvSpPr>
        <p:spPr>
          <a:xfrm>
            <a:off x="2236283" y="2399797"/>
            <a:ext cx="30940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Branch ID  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AF9833-BC65-694D-809D-FFC071D2155B}"/>
              </a:ext>
            </a:extLst>
          </p:cNvPr>
          <p:cNvSpPr txBox="1"/>
          <p:nvPr/>
        </p:nvSpPr>
        <p:spPr>
          <a:xfrm>
            <a:off x="3336324" y="3107683"/>
            <a:ext cx="15208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Date :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0ABC16-028F-5849-94A3-743E78B9525F}"/>
              </a:ext>
            </a:extLst>
          </p:cNvPr>
          <p:cNvSpPr/>
          <p:nvPr/>
        </p:nvSpPr>
        <p:spPr>
          <a:xfrm>
            <a:off x="4979485" y="2538020"/>
            <a:ext cx="3285461" cy="56966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1C108C-904B-6E49-AC89-5A24089A225A}"/>
              </a:ext>
            </a:extLst>
          </p:cNvPr>
          <p:cNvSpPr/>
          <p:nvPr/>
        </p:nvSpPr>
        <p:spPr>
          <a:xfrm>
            <a:off x="4979484" y="3184919"/>
            <a:ext cx="3285461" cy="56966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2031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D77EED2-DE28-9945-B839-9846921718D8}"/>
              </a:ext>
            </a:extLst>
          </p:cNvPr>
          <p:cNvSpPr/>
          <p:nvPr/>
        </p:nvSpPr>
        <p:spPr>
          <a:xfrm>
            <a:off x="4112977" y="1510883"/>
            <a:ext cx="3094074" cy="651749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Auditing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6885C6-B7B0-204D-AFE1-B9B057D68FE8}"/>
              </a:ext>
            </a:extLst>
          </p:cNvPr>
          <p:cNvSpPr txBox="1"/>
          <p:nvPr/>
        </p:nvSpPr>
        <p:spPr>
          <a:xfrm>
            <a:off x="584791" y="432296"/>
            <a:ext cx="11281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WELCOME TO RESTAURANT MANAGEMENT SYSTEM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717901C4-6B6E-0749-AF72-343040089618}"/>
              </a:ext>
            </a:extLst>
          </p:cNvPr>
          <p:cNvSpPr/>
          <p:nvPr/>
        </p:nvSpPr>
        <p:spPr>
          <a:xfrm>
            <a:off x="9898912" y="4759399"/>
            <a:ext cx="1967022" cy="12652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6C561E-31B9-F848-A29D-DC6F0578F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9349" y="5906530"/>
            <a:ext cx="951470" cy="951470"/>
          </a:xfrm>
          <a:prstGeom prst="rect">
            <a:avLst/>
          </a:prstGeom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3BBEEA4-39F0-084B-A2A6-29D1DD569A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6353000"/>
              </p:ext>
            </p:extLst>
          </p:nvPr>
        </p:nvGraphicFramePr>
        <p:xfrm>
          <a:off x="1596057" y="2655883"/>
          <a:ext cx="899988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698">
                  <a:extLst>
                    <a:ext uri="{9D8B030D-6E8A-4147-A177-3AD203B41FA5}">
                      <a16:colId xmlns:a16="http://schemas.microsoft.com/office/drawing/2014/main" val="2101595456"/>
                    </a:ext>
                  </a:extLst>
                </a:gridCol>
                <a:gridCol w="1285698">
                  <a:extLst>
                    <a:ext uri="{9D8B030D-6E8A-4147-A177-3AD203B41FA5}">
                      <a16:colId xmlns:a16="http://schemas.microsoft.com/office/drawing/2014/main" val="830178171"/>
                    </a:ext>
                  </a:extLst>
                </a:gridCol>
                <a:gridCol w="1285698">
                  <a:extLst>
                    <a:ext uri="{9D8B030D-6E8A-4147-A177-3AD203B41FA5}">
                      <a16:colId xmlns:a16="http://schemas.microsoft.com/office/drawing/2014/main" val="2978509115"/>
                    </a:ext>
                  </a:extLst>
                </a:gridCol>
                <a:gridCol w="1285698">
                  <a:extLst>
                    <a:ext uri="{9D8B030D-6E8A-4147-A177-3AD203B41FA5}">
                      <a16:colId xmlns:a16="http://schemas.microsoft.com/office/drawing/2014/main" val="1461439987"/>
                    </a:ext>
                  </a:extLst>
                </a:gridCol>
                <a:gridCol w="1285698">
                  <a:extLst>
                    <a:ext uri="{9D8B030D-6E8A-4147-A177-3AD203B41FA5}">
                      <a16:colId xmlns:a16="http://schemas.microsoft.com/office/drawing/2014/main" val="631014848"/>
                    </a:ext>
                  </a:extLst>
                </a:gridCol>
                <a:gridCol w="1285698">
                  <a:extLst>
                    <a:ext uri="{9D8B030D-6E8A-4147-A177-3AD203B41FA5}">
                      <a16:colId xmlns:a16="http://schemas.microsoft.com/office/drawing/2014/main" val="2019031717"/>
                    </a:ext>
                  </a:extLst>
                </a:gridCol>
                <a:gridCol w="1285698">
                  <a:extLst>
                    <a:ext uri="{9D8B030D-6E8A-4147-A177-3AD203B41FA5}">
                      <a16:colId xmlns:a16="http://schemas.microsoft.com/office/drawing/2014/main" val="9986184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Ingredients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8290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Jamie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RM 10.00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Klang</a:t>
                      </a:r>
                      <a:r>
                        <a:rPr lang="en-US" dirty="0"/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Oliver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9768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Oliver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RM 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Bangsar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Jamie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7456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Kiwi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Jamie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RM 5.00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Nilai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Oliver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5659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Oliver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RM 7.00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Sabah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Jamie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53040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2587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1615</TotalTime>
  <Words>520</Words>
  <Application>Microsoft Macintosh PowerPoint</Application>
  <PresentationFormat>Widescreen</PresentationFormat>
  <Paragraphs>314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guna3006</dc:creator>
  <cp:lastModifiedBy>guna3006</cp:lastModifiedBy>
  <cp:revision>19</cp:revision>
  <dcterms:created xsi:type="dcterms:W3CDTF">2020-02-02T11:52:21Z</dcterms:created>
  <dcterms:modified xsi:type="dcterms:W3CDTF">2020-02-04T01:14:51Z</dcterms:modified>
</cp:coreProperties>
</file>